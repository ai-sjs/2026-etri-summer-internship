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8" r:id="rId2"/>
    <p:sldId id="269" r:id="rId3"/>
  </p:sldIdLst>
  <p:sldSz cx="32399288" cy="43200638"/>
  <p:notesSz cx="6858000" cy="9144000"/>
  <p:defaultTextStyle>
    <a:defPPr>
      <a:defRPr lang="ko-KR"/>
    </a:defPPr>
    <a:lvl1pPr marL="0" algn="l" defTabSz="4319153" rtl="0" eaLnBrk="1" latinLnBrk="1" hangingPunct="1">
      <a:defRPr sz="8480" kern="1200">
        <a:solidFill>
          <a:schemeClr val="tx1"/>
        </a:solidFill>
        <a:latin typeface="+mn-lt"/>
        <a:ea typeface="+mn-ea"/>
        <a:cs typeface="+mn-cs"/>
      </a:defRPr>
    </a:lvl1pPr>
    <a:lvl2pPr marL="2159576" algn="l" defTabSz="4319153" rtl="0" eaLnBrk="1" latinLnBrk="1" hangingPunct="1">
      <a:defRPr sz="8480" kern="1200">
        <a:solidFill>
          <a:schemeClr val="tx1"/>
        </a:solidFill>
        <a:latin typeface="+mn-lt"/>
        <a:ea typeface="+mn-ea"/>
        <a:cs typeface="+mn-cs"/>
      </a:defRPr>
    </a:lvl2pPr>
    <a:lvl3pPr marL="4319153" algn="l" defTabSz="4319153" rtl="0" eaLnBrk="1" latinLnBrk="1" hangingPunct="1">
      <a:defRPr sz="8480" kern="1200">
        <a:solidFill>
          <a:schemeClr val="tx1"/>
        </a:solidFill>
        <a:latin typeface="+mn-lt"/>
        <a:ea typeface="+mn-ea"/>
        <a:cs typeface="+mn-cs"/>
      </a:defRPr>
    </a:lvl3pPr>
    <a:lvl4pPr marL="6478729" algn="l" defTabSz="4319153" rtl="0" eaLnBrk="1" latinLnBrk="1" hangingPunct="1">
      <a:defRPr sz="8480" kern="1200">
        <a:solidFill>
          <a:schemeClr val="tx1"/>
        </a:solidFill>
        <a:latin typeface="+mn-lt"/>
        <a:ea typeface="+mn-ea"/>
        <a:cs typeface="+mn-cs"/>
      </a:defRPr>
    </a:lvl4pPr>
    <a:lvl5pPr marL="8638304" algn="l" defTabSz="4319153" rtl="0" eaLnBrk="1" latinLnBrk="1" hangingPunct="1">
      <a:defRPr sz="8480" kern="1200">
        <a:solidFill>
          <a:schemeClr val="tx1"/>
        </a:solidFill>
        <a:latin typeface="+mn-lt"/>
        <a:ea typeface="+mn-ea"/>
        <a:cs typeface="+mn-cs"/>
      </a:defRPr>
    </a:lvl5pPr>
    <a:lvl6pPr marL="10797881" algn="l" defTabSz="4319153" rtl="0" eaLnBrk="1" latinLnBrk="1" hangingPunct="1">
      <a:defRPr sz="8480" kern="1200">
        <a:solidFill>
          <a:schemeClr val="tx1"/>
        </a:solidFill>
        <a:latin typeface="+mn-lt"/>
        <a:ea typeface="+mn-ea"/>
        <a:cs typeface="+mn-cs"/>
      </a:defRPr>
    </a:lvl6pPr>
    <a:lvl7pPr marL="12957458" algn="l" defTabSz="4319153" rtl="0" eaLnBrk="1" latinLnBrk="1" hangingPunct="1">
      <a:defRPr sz="8480" kern="1200">
        <a:solidFill>
          <a:schemeClr val="tx1"/>
        </a:solidFill>
        <a:latin typeface="+mn-lt"/>
        <a:ea typeface="+mn-ea"/>
        <a:cs typeface="+mn-cs"/>
      </a:defRPr>
    </a:lvl7pPr>
    <a:lvl8pPr marL="15117035" algn="l" defTabSz="4319153" rtl="0" eaLnBrk="1" latinLnBrk="1" hangingPunct="1">
      <a:defRPr sz="8480" kern="1200">
        <a:solidFill>
          <a:schemeClr val="tx1"/>
        </a:solidFill>
        <a:latin typeface="+mn-lt"/>
        <a:ea typeface="+mn-ea"/>
        <a:cs typeface="+mn-cs"/>
      </a:defRPr>
    </a:lvl8pPr>
    <a:lvl9pPr marL="17276610" algn="l" defTabSz="4319153" rtl="0" eaLnBrk="1" latinLnBrk="1" hangingPunct="1">
      <a:defRPr sz="848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743" userDrawn="1">
          <p15:clr>
            <a:srgbClr val="A4A3A4"/>
          </p15:clr>
        </p15:guide>
        <p15:guide id="2" pos="1020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루어투어" initials="fndjxndj" lastIdx="2" clrIdx="0">
    <p:extLst>
      <p:ext uri="{19B8F6BF-5375-455C-9EA6-DF929625EA0E}">
        <p15:presenceInfo xmlns:p15="http://schemas.microsoft.com/office/powerpoint/2012/main" userId="루어투어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F273C"/>
    <a:srgbClr val="272492"/>
    <a:srgbClr val="95B3D7"/>
    <a:srgbClr val="B9CDE5"/>
    <a:srgbClr val="FF6600"/>
    <a:srgbClr val="F8F5EC"/>
    <a:srgbClr val="A2543D"/>
    <a:srgbClr val="CD7F5C"/>
    <a:srgbClr val="D6DC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48" autoAdjust="0"/>
    <p:restoredTop sz="95196" autoAdjust="0"/>
  </p:normalViewPr>
  <p:slideViewPr>
    <p:cSldViewPr showGuides="1">
      <p:cViewPr varScale="1">
        <p:scale>
          <a:sx n="16" d="100"/>
          <a:sy n="16" d="100"/>
        </p:scale>
        <p:origin x="2586" y="120"/>
      </p:cViewPr>
      <p:guideLst>
        <p:guide orient="horz" pos="13743"/>
        <p:guide pos="1020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2080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EE4BC-BAC4-48C7-8A5D-1B42E9BBCD94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73300" y="1143000"/>
            <a:ext cx="2311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5D759-9115-4C34-8287-C23AB5A51F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664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45666" rtl="0" eaLnBrk="1" latinLnBrk="1" hangingPunct="1">
      <a:defRPr sz="1241" kern="1200">
        <a:solidFill>
          <a:schemeClr val="tx1"/>
        </a:solidFill>
        <a:latin typeface="+mn-lt"/>
        <a:ea typeface="+mn-ea"/>
        <a:cs typeface="+mn-cs"/>
      </a:defRPr>
    </a:lvl1pPr>
    <a:lvl2pPr marL="472834" algn="l" defTabSz="945666" rtl="0" eaLnBrk="1" latinLnBrk="1" hangingPunct="1">
      <a:defRPr sz="1241" kern="1200">
        <a:solidFill>
          <a:schemeClr val="tx1"/>
        </a:solidFill>
        <a:latin typeface="+mn-lt"/>
        <a:ea typeface="+mn-ea"/>
        <a:cs typeface="+mn-cs"/>
      </a:defRPr>
    </a:lvl2pPr>
    <a:lvl3pPr marL="945666" algn="l" defTabSz="945666" rtl="0" eaLnBrk="1" latinLnBrk="1" hangingPunct="1">
      <a:defRPr sz="1241" kern="1200">
        <a:solidFill>
          <a:schemeClr val="tx1"/>
        </a:solidFill>
        <a:latin typeface="+mn-lt"/>
        <a:ea typeface="+mn-ea"/>
        <a:cs typeface="+mn-cs"/>
      </a:defRPr>
    </a:lvl3pPr>
    <a:lvl4pPr marL="1418500" algn="l" defTabSz="945666" rtl="0" eaLnBrk="1" latinLnBrk="1" hangingPunct="1">
      <a:defRPr sz="1241" kern="1200">
        <a:solidFill>
          <a:schemeClr val="tx1"/>
        </a:solidFill>
        <a:latin typeface="+mn-lt"/>
        <a:ea typeface="+mn-ea"/>
        <a:cs typeface="+mn-cs"/>
      </a:defRPr>
    </a:lvl4pPr>
    <a:lvl5pPr marL="1891332" algn="l" defTabSz="945666" rtl="0" eaLnBrk="1" latinLnBrk="1" hangingPunct="1">
      <a:defRPr sz="1241" kern="1200">
        <a:solidFill>
          <a:schemeClr val="tx1"/>
        </a:solidFill>
        <a:latin typeface="+mn-lt"/>
        <a:ea typeface="+mn-ea"/>
        <a:cs typeface="+mn-cs"/>
      </a:defRPr>
    </a:lvl5pPr>
    <a:lvl6pPr marL="2364166" algn="l" defTabSz="945666" rtl="0" eaLnBrk="1" latinLnBrk="1" hangingPunct="1">
      <a:defRPr sz="1241" kern="1200">
        <a:solidFill>
          <a:schemeClr val="tx1"/>
        </a:solidFill>
        <a:latin typeface="+mn-lt"/>
        <a:ea typeface="+mn-ea"/>
        <a:cs typeface="+mn-cs"/>
      </a:defRPr>
    </a:lvl6pPr>
    <a:lvl7pPr marL="2836998" algn="l" defTabSz="945666" rtl="0" eaLnBrk="1" latinLnBrk="1" hangingPunct="1">
      <a:defRPr sz="1241" kern="1200">
        <a:solidFill>
          <a:schemeClr val="tx1"/>
        </a:solidFill>
        <a:latin typeface="+mn-lt"/>
        <a:ea typeface="+mn-ea"/>
        <a:cs typeface="+mn-cs"/>
      </a:defRPr>
    </a:lvl7pPr>
    <a:lvl8pPr marL="3309832" algn="l" defTabSz="945666" rtl="0" eaLnBrk="1" latinLnBrk="1" hangingPunct="1">
      <a:defRPr sz="1241" kern="1200">
        <a:solidFill>
          <a:schemeClr val="tx1"/>
        </a:solidFill>
        <a:latin typeface="+mn-lt"/>
        <a:ea typeface="+mn-ea"/>
        <a:cs typeface="+mn-cs"/>
      </a:defRPr>
    </a:lvl8pPr>
    <a:lvl9pPr marL="3782664" algn="l" defTabSz="945666" rtl="0" eaLnBrk="1" latinLnBrk="1" hangingPunct="1">
      <a:defRPr sz="124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5D759-9115-4C34-8287-C23AB5A51F4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689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F1327D60-81D3-41FD-9E00-68E98883D3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" y="0"/>
            <a:ext cx="32398954" cy="43200638"/>
          </a:xfrm>
          <a:prstGeom prst="rect">
            <a:avLst/>
          </a:prstGeom>
        </p:spPr>
      </p:pic>
      <p:sp>
        <p:nvSpPr>
          <p:cNvPr id="12" name="양쪽 모서리가 둥근 사각형 21">
            <a:extLst>
              <a:ext uri="{FF2B5EF4-FFF2-40B4-BE49-F238E27FC236}">
                <a16:creationId xmlns:a16="http://schemas.microsoft.com/office/drawing/2014/main" id="{56304641-DA37-446D-B75A-1C20CEDECBBC}"/>
              </a:ext>
            </a:extLst>
          </p:cNvPr>
          <p:cNvSpPr/>
          <p:nvPr userDrawn="1"/>
        </p:nvSpPr>
        <p:spPr>
          <a:xfrm>
            <a:off x="16521843" y="7486751"/>
            <a:ext cx="15097208" cy="35011077"/>
          </a:xfrm>
          <a:prstGeom prst="round2SameRect">
            <a:avLst>
              <a:gd name="adj1" fmla="val 4543"/>
              <a:gd name="adj2" fmla="val 0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730" tIns="47366" rIns="94730" bIns="47366" rtlCol="0" anchor="ctr"/>
          <a:lstStyle/>
          <a:p>
            <a:pPr lvl="0" algn="ctr"/>
            <a:endParaRPr lang="ko-KR" altLang="en-US" sz="8272"/>
          </a:p>
        </p:txBody>
      </p:sp>
      <p:sp>
        <p:nvSpPr>
          <p:cNvPr id="13" name="양쪽 모서리가 둥근 사각형 21">
            <a:extLst>
              <a:ext uri="{FF2B5EF4-FFF2-40B4-BE49-F238E27FC236}">
                <a16:creationId xmlns:a16="http://schemas.microsoft.com/office/drawing/2014/main" id="{9A26A983-CB00-4FBA-8559-B941453B0812}"/>
              </a:ext>
            </a:extLst>
          </p:cNvPr>
          <p:cNvSpPr/>
          <p:nvPr userDrawn="1"/>
        </p:nvSpPr>
        <p:spPr>
          <a:xfrm>
            <a:off x="845908" y="7486751"/>
            <a:ext cx="15097208" cy="35011077"/>
          </a:xfrm>
          <a:prstGeom prst="round2SameRect">
            <a:avLst>
              <a:gd name="adj1" fmla="val 4543"/>
              <a:gd name="adj2" fmla="val 0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730" tIns="47366" rIns="94730" bIns="47366" rtlCol="0" anchor="ctr"/>
          <a:lstStyle/>
          <a:p>
            <a:pPr lvl="0" algn="ctr"/>
            <a:endParaRPr lang="ko-KR" altLang="en-US" sz="8272"/>
          </a:p>
        </p:txBody>
      </p:sp>
    </p:spTree>
    <p:extLst>
      <p:ext uri="{BB962C8B-B14F-4D97-AF65-F5344CB8AC3E}">
        <p14:creationId xmlns:p14="http://schemas.microsoft.com/office/powerpoint/2010/main" val="1458131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90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양쪽 모서리가 둥근 사각형 21">
            <a:extLst>
              <a:ext uri="{FF2B5EF4-FFF2-40B4-BE49-F238E27FC236}">
                <a16:creationId xmlns:a16="http://schemas.microsoft.com/office/drawing/2014/main" id="{766C7EB2-980D-4CA8-BD79-10BF04DE69F0}"/>
              </a:ext>
            </a:extLst>
          </p:cNvPr>
          <p:cNvSpPr/>
          <p:nvPr userDrawn="1"/>
        </p:nvSpPr>
        <p:spPr>
          <a:xfrm>
            <a:off x="845910" y="7249886"/>
            <a:ext cx="15097208" cy="35193514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730" tIns="47366" rIns="94730" bIns="47366" rtlCol="0" anchor="ctr"/>
          <a:lstStyle/>
          <a:p>
            <a:pPr lvl="0" algn="ctr"/>
            <a:endParaRPr lang="ko-KR" altLang="en-US" sz="8272"/>
          </a:p>
        </p:txBody>
      </p:sp>
      <p:sp>
        <p:nvSpPr>
          <p:cNvPr id="7" name="양쪽 모서리가 둥근 사각형 23">
            <a:extLst>
              <a:ext uri="{FF2B5EF4-FFF2-40B4-BE49-F238E27FC236}">
                <a16:creationId xmlns:a16="http://schemas.microsoft.com/office/drawing/2014/main" id="{5E9F3AFD-2E39-4EF1-A175-92B4D599052A}"/>
              </a:ext>
            </a:extLst>
          </p:cNvPr>
          <p:cNvSpPr/>
          <p:nvPr userDrawn="1"/>
        </p:nvSpPr>
        <p:spPr>
          <a:xfrm>
            <a:off x="16456173" y="7249886"/>
            <a:ext cx="15097208" cy="35193514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730" tIns="47366" rIns="94730" bIns="47366" rtlCol="0" anchor="ctr"/>
          <a:lstStyle/>
          <a:p>
            <a:pPr lvl="0" algn="ctr"/>
            <a:endParaRPr lang="ko-KR" altLang="en-US" sz="8272"/>
          </a:p>
        </p:txBody>
      </p:sp>
    </p:spTree>
    <p:extLst>
      <p:ext uri="{BB962C8B-B14F-4D97-AF65-F5344CB8AC3E}">
        <p14:creationId xmlns:p14="http://schemas.microsoft.com/office/powerpoint/2010/main" val="188633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9512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619965" y="1730030"/>
            <a:ext cx="29159360" cy="7200105"/>
          </a:xfrm>
          <a:prstGeom prst="rect">
            <a:avLst/>
          </a:prstGeom>
        </p:spPr>
        <p:txBody>
          <a:bodyPr vert="horz" lIns="417635" tIns="208818" rIns="417635" bIns="208818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619965" y="10080153"/>
            <a:ext cx="29159360" cy="28510424"/>
          </a:xfrm>
          <a:prstGeom prst="rect">
            <a:avLst/>
          </a:prstGeom>
        </p:spPr>
        <p:txBody>
          <a:bodyPr vert="horz" lIns="417635" tIns="208818" rIns="417635" bIns="208818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619964" y="40040596"/>
            <a:ext cx="7559835" cy="230003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l">
              <a:defRPr sz="5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D32EA-93D2-422C-9D50-DCDFD5662F5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1069758" y="40040596"/>
            <a:ext cx="10259775" cy="230003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ctr">
              <a:defRPr sz="5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3219490" y="40040596"/>
            <a:ext cx="7559835" cy="230003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r">
              <a:defRPr sz="5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A678E-E807-4BC3-8392-26D7FE55F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51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64" r:id="rId3"/>
    <p:sldLayoutId id="2147483666" r:id="rId4"/>
  </p:sldLayoutIdLst>
  <p:txStyles>
    <p:titleStyle>
      <a:lvl1pPr algn="ctr" defTabSz="4214347" rtl="0" eaLnBrk="1" latinLnBrk="1" hangingPunct="1">
        <a:spcBef>
          <a:spcPct val="0"/>
        </a:spcBef>
        <a:buNone/>
        <a:defRPr sz="202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0380" indent="-1580380" algn="l" defTabSz="4214347" rtl="0" eaLnBrk="1" latinLnBrk="1" hangingPunct="1">
        <a:spcBef>
          <a:spcPct val="20000"/>
        </a:spcBef>
        <a:buFont typeface="Arial" pitchFamily="34" charset="0"/>
        <a:buChar char="•"/>
        <a:defRPr sz="14733" kern="1200">
          <a:solidFill>
            <a:schemeClr val="tx1"/>
          </a:solidFill>
          <a:latin typeface="+mn-lt"/>
          <a:ea typeface="+mn-ea"/>
          <a:cs typeface="+mn-cs"/>
        </a:defRPr>
      </a:lvl1pPr>
      <a:lvl2pPr marL="3424156" indent="-1316984" algn="l" defTabSz="4214347" rtl="0" eaLnBrk="1" latinLnBrk="1" hangingPunct="1">
        <a:spcBef>
          <a:spcPct val="20000"/>
        </a:spcBef>
        <a:buFont typeface="Arial" pitchFamily="34" charset="0"/>
        <a:buChar char="–"/>
        <a:defRPr sz="12815" kern="1200">
          <a:solidFill>
            <a:schemeClr val="tx1"/>
          </a:solidFill>
          <a:latin typeface="+mn-lt"/>
          <a:ea typeface="+mn-ea"/>
          <a:cs typeface="+mn-cs"/>
        </a:defRPr>
      </a:lvl2pPr>
      <a:lvl3pPr marL="5267933" indent="-1053587" algn="l" defTabSz="4214347" rtl="0" eaLnBrk="1" latinLnBrk="1" hangingPunct="1">
        <a:spcBef>
          <a:spcPct val="20000"/>
        </a:spcBef>
        <a:buFont typeface="Arial" pitchFamily="34" charset="0"/>
        <a:buChar char="•"/>
        <a:defRPr sz="11100" kern="1200">
          <a:solidFill>
            <a:schemeClr val="tx1"/>
          </a:solidFill>
          <a:latin typeface="+mn-lt"/>
          <a:ea typeface="+mn-ea"/>
          <a:cs typeface="+mn-cs"/>
        </a:defRPr>
      </a:lvl3pPr>
      <a:lvl4pPr marL="7375106" indent="-1053587" algn="l" defTabSz="4214347" rtl="0" eaLnBrk="1" latinLnBrk="1" hangingPunct="1">
        <a:spcBef>
          <a:spcPct val="20000"/>
        </a:spcBef>
        <a:buFont typeface="Arial" pitchFamily="34" charset="0"/>
        <a:buChar char="–"/>
        <a:defRPr sz="9183" kern="1200">
          <a:solidFill>
            <a:schemeClr val="tx1"/>
          </a:solidFill>
          <a:latin typeface="+mn-lt"/>
          <a:ea typeface="+mn-ea"/>
          <a:cs typeface="+mn-cs"/>
        </a:defRPr>
      </a:lvl4pPr>
      <a:lvl5pPr marL="9482281" indent="-1053587" algn="l" defTabSz="4214347" rtl="0" eaLnBrk="1" latinLnBrk="1" hangingPunct="1">
        <a:spcBef>
          <a:spcPct val="20000"/>
        </a:spcBef>
        <a:buFont typeface="Arial" pitchFamily="34" charset="0"/>
        <a:buChar char="»"/>
        <a:defRPr sz="9183" kern="1200">
          <a:solidFill>
            <a:schemeClr val="tx1"/>
          </a:solidFill>
          <a:latin typeface="+mn-lt"/>
          <a:ea typeface="+mn-ea"/>
          <a:cs typeface="+mn-cs"/>
        </a:defRPr>
      </a:lvl5pPr>
      <a:lvl6pPr marL="11589455" indent="-1053587" algn="l" defTabSz="4214347" rtl="0" eaLnBrk="1" latinLnBrk="1" hangingPunct="1">
        <a:spcBef>
          <a:spcPct val="20000"/>
        </a:spcBef>
        <a:buFont typeface="Arial" pitchFamily="34" charset="0"/>
        <a:buChar char="•"/>
        <a:defRPr sz="9183" kern="1200">
          <a:solidFill>
            <a:schemeClr val="tx1"/>
          </a:solidFill>
          <a:latin typeface="+mn-lt"/>
          <a:ea typeface="+mn-ea"/>
          <a:cs typeface="+mn-cs"/>
        </a:defRPr>
      </a:lvl6pPr>
      <a:lvl7pPr marL="13696628" indent="-1053587" algn="l" defTabSz="4214347" rtl="0" eaLnBrk="1" latinLnBrk="1" hangingPunct="1">
        <a:spcBef>
          <a:spcPct val="20000"/>
        </a:spcBef>
        <a:buFont typeface="Arial" pitchFamily="34" charset="0"/>
        <a:buChar char="•"/>
        <a:defRPr sz="9183" kern="1200">
          <a:solidFill>
            <a:schemeClr val="tx1"/>
          </a:solidFill>
          <a:latin typeface="+mn-lt"/>
          <a:ea typeface="+mn-ea"/>
          <a:cs typeface="+mn-cs"/>
        </a:defRPr>
      </a:lvl7pPr>
      <a:lvl8pPr marL="15803803" indent="-1053587" algn="l" defTabSz="4214347" rtl="0" eaLnBrk="1" latinLnBrk="1" hangingPunct="1">
        <a:spcBef>
          <a:spcPct val="20000"/>
        </a:spcBef>
        <a:buFont typeface="Arial" pitchFamily="34" charset="0"/>
        <a:buChar char="•"/>
        <a:defRPr sz="9183" kern="1200">
          <a:solidFill>
            <a:schemeClr val="tx1"/>
          </a:solidFill>
          <a:latin typeface="+mn-lt"/>
          <a:ea typeface="+mn-ea"/>
          <a:cs typeface="+mn-cs"/>
        </a:defRPr>
      </a:lvl8pPr>
      <a:lvl9pPr marL="17910975" indent="-1053587" algn="l" defTabSz="4214347" rtl="0" eaLnBrk="1" latinLnBrk="1" hangingPunct="1">
        <a:spcBef>
          <a:spcPct val="20000"/>
        </a:spcBef>
        <a:buFont typeface="Arial" pitchFamily="34" charset="0"/>
        <a:buChar char="•"/>
        <a:defRPr sz="91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214347" rtl="0" eaLnBrk="1" latinLnBrk="1" hangingPunct="1">
        <a:defRPr sz="8274" kern="1200">
          <a:solidFill>
            <a:schemeClr val="tx1"/>
          </a:solidFill>
          <a:latin typeface="+mn-lt"/>
          <a:ea typeface="+mn-ea"/>
          <a:cs typeface="+mn-cs"/>
        </a:defRPr>
      </a:lvl1pPr>
      <a:lvl2pPr marL="2107173" algn="l" defTabSz="4214347" rtl="0" eaLnBrk="1" latinLnBrk="1" hangingPunct="1">
        <a:defRPr sz="8274" kern="1200">
          <a:solidFill>
            <a:schemeClr val="tx1"/>
          </a:solidFill>
          <a:latin typeface="+mn-lt"/>
          <a:ea typeface="+mn-ea"/>
          <a:cs typeface="+mn-cs"/>
        </a:defRPr>
      </a:lvl2pPr>
      <a:lvl3pPr marL="4214347" algn="l" defTabSz="4214347" rtl="0" eaLnBrk="1" latinLnBrk="1" hangingPunct="1">
        <a:defRPr sz="8274" kern="1200">
          <a:solidFill>
            <a:schemeClr val="tx1"/>
          </a:solidFill>
          <a:latin typeface="+mn-lt"/>
          <a:ea typeface="+mn-ea"/>
          <a:cs typeface="+mn-cs"/>
        </a:defRPr>
      </a:lvl3pPr>
      <a:lvl4pPr marL="6321520" algn="l" defTabSz="4214347" rtl="0" eaLnBrk="1" latinLnBrk="1" hangingPunct="1">
        <a:defRPr sz="8274" kern="1200">
          <a:solidFill>
            <a:schemeClr val="tx1"/>
          </a:solidFill>
          <a:latin typeface="+mn-lt"/>
          <a:ea typeface="+mn-ea"/>
          <a:cs typeface="+mn-cs"/>
        </a:defRPr>
      </a:lvl4pPr>
      <a:lvl5pPr marL="8428694" algn="l" defTabSz="4214347" rtl="0" eaLnBrk="1" latinLnBrk="1" hangingPunct="1">
        <a:defRPr sz="8274" kern="1200">
          <a:solidFill>
            <a:schemeClr val="tx1"/>
          </a:solidFill>
          <a:latin typeface="+mn-lt"/>
          <a:ea typeface="+mn-ea"/>
          <a:cs typeface="+mn-cs"/>
        </a:defRPr>
      </a:lvl5pPr>
      <a:lvl6pPr marL="10535868" algn="l" defTabSz="4214347" rtl="0" eaLnBrk="1" latinLnBrk="1" hangingPunct="1">
        <a:defRPr sz="8274" kern="1200">
          <a:solidFill>
            <a:schemeClr val="tx1"/>
          </a:solidFill>
          <a:latin typeface="+mn-lt"/>
          <a:ea typeface="+mn-ea"/>
          <a:cs typeface="+mn-cs"/>
        </a:defRPr>
      </a:lvl6pPr>
      <a:lvl7pPr marL="12643042" algn="l" defTabSz="4214347" rtl="0" eaLnBrk="1" latinLnBrk="1" hangingPunct="1">
        <a:defRPr sz="8274" kern="1200">
          <a:solidFill>
            <a:schemeClr val="tx1"/>
          </a:solidFill>
          <a:latin typeface="+mn-lt"/>
          <a:ea typeface="+mn-ea"/>
          <a:cs typeface="+mn-cs"/>
        </a:defRPr>
      </a:lvl7pPr>
      <a:lvl8pPr marL="14750216" algn="l" defTabSz="4214347" rtl="0" eaLnBrk="1" latinLnBrk="1" hangingPunct="1">
        <a:defRPr sz="8274" kern="1200">
          <a:solidFill>
            <a:schemeClr val="tx1"/>
          </a:solidFill>
          <a:latin typeface="+mn-lt"/>
          <a:ea typeface="+mn-ea"/>
          <a:cs typeface="+mn-cs"/>
        </a:defRPr>
      </a:lvl8pPr>
      <a:lvl9pPr marL="16857388" algn="l" defTabSz="4214347" rtl="0" eaLnBrk="1" latinLnBrk="1" hangingPunct="1">
        <a:defRPr sz="827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FA6EBB11-76D5-4062-B996-D3FB00CD5040}"/>
              </a:ext>
            </a:extLst>
          </p:cNvPr>
          <p:cNvSpPr/>
          <p:nvPr/>
        </p:nvSpPr>
        <p:spPr>
          <a:xfrm>
            <a:off x="1130495" y="8062926"/>
            <a:ext cx="14528040" cy="1159761"/>
          </a:xfrm>
          <a:prstGeom prst="rect">
            <a:avLst/>
          </a:prstGeom>
          <a:blipFill>
            <a:blip r:embed="rId3"/>
            <a:stretch>
              <a:fillRect t="-66437" b="-6643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530" tIns="65266" rIns="130530" bIns="65266" rtlCol="0" anchor="ctr"/>
          <a:lstStyle/>
          <a:p>
            <a:pPr defTabSz="3134568"/>
            <a:r>
              <a:rPr lang="ko-KR" altLang="en-US" sz="55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55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INTRODUCTION</a:t>
            </a:r>
          </a:p>
        </p:txBody>
      </p: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37971D9D-4939-4650-A1DA-DDB020600BFC}"/>
              </a:ext>
            </a:extLst>
          </p:cNvPr>
          <p:cNvSpPr/>
          <p:nvPr/>
        </p:nvSpPr>
        <p:spPr>
          <a:xfrm>
            <a:off x="1130495" y="17135823"/>
            <a:ext cx="14528040" cy="1076921"/>
          </a:xfrm>
          <a:prstGeom prst="rect">
            <a:avLst/>
          </a:prstGeom>
          <a:blipFill>
            <a:blip r:embed="rId3"/>
            <a:stretch>
              <a:fillRect t="-66437" b="-6643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530" tIns="65266" rIns="130530" bIns="65266" rtlCol="0" anchor="ctr"/>
          <a:lstStyle/>
          <a:p>
            <a:pPr defTabSz="3134568"/>
            <a:r>
              <a:rPr lang="en-US" altLang="ko-KR" sz="55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METHODS &amp; MATERIALS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1147B48-C5C5-40D8-9874-3B30EC3CC8B2}"/>
              </a:ext>
            </a:extLst>
          </p:cNvPr>
          <p:cNvSpPr/>
          <p:nvPr/>
        </p:nvSpPr>
        <p:spPr>
          <a:xfrm>
            <a:off x="717924" y="282183"/>
            <a:ext cx="30963440" cy="3026920"/>
          </a:xfrm>
          <a:prstGeom prst="rect">
            <a:avLst/>
          </a:prstGeom>
        </p:spPr>
        <p:txBody>
          <a:bodyPr wrap="square" lIns="71565" tIns="35783" rIns="71565" bIns="35783">
            <a:spAutoFit/>
          </a:bodyPr>
          <a:lstStyle/>
          <a:p>
            <a:pPr algn="ctr"/>
            <a:r>
              <a:rPr lang="en-US" altLang="ko-KR" sz="9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  <a:cs typeface="Arial" panose="020B0604020202020204" pitchFamily="34" charset="0"/>
              </a:rPr>
              <a:t>Comparative Analysis of Deep Learning Models for Voxel-Based 3D Spatial Relation Operations</a:t>
            </a:r>
            <a:endParaRPr lang="en-US" altLang="ko-KR" sz="96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  <a:cs typeface="Arial" panose="020B0604020202020204" pitchFamily="34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4F44DFC9-4BC6-4734-BF7F-6180366B853B}"/>
              </a:ext>
            </a:extLst>
          </p:cNvPr>
          <p:cNvSpPr/>
          <p:nvPr/>
        </p:nvSpPr>
        <p:spPr>
          <a:xfrm>
            <a:off x="1364777" y="10006874"/>
            <a:ext cx="14528040" cy="2807571"/>
          </a:xfrm>
          <a:prstGeom prst="rect">
            <a:avLst/>
          </a:prstGeom>
        </p:spPr>
        <p:txBody>
          <a:bodyPr wrap="square" lIns="101225" tIns="50613" rIns="101225" bIns="50613">
            <a:spAutoFit/>
          </a:bodyPr>
          <a:lstStyle/>
          <a:p>
            <a:pPr marL="457200" lvl="1" indent="-457200" algn="just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spc="-2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The demand for 3D spatial information analysis is increasing in fields such as digital twins, autonomous driving, and robot navigation.</a:t>
            </a:r>
          </a:p>
          <a:p>
            <a:pPr marL="457200" lvl="1" indent="-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Voxels represent space as regular grids and can be used for various 3D spatial operations.</a:t>
            </a:r>
          </a:p>
          <a:p>
            <a:pPr marL="457200" lvl="1" indent="-457200" algn="just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spc="-2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However, </a:t>
            </a:r>
            <a:r>
              <a:rPr lang="en-US" altLang="ko-KR" sz="2400" b="1" spc="-2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rule-based methods have limitations in handling complex spatial structures and diverse spatial relations.</a:t>
            </a:r>
            <a:endParaRPr lang="en-US" altLang="ko-KR" sz="2400" b="1" spc="-2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14" name="모서리가 둥근 직사각형 81">
            <a:extLst>
              <a:ext uri="{FF2B5EF4-FFF2-40B4-BE49-F238E27FC236}">
                <a16:creationId xmlns:a16="http://schemas.microsoft.com/office/drawing/2014/main" id="{1B2961E1-E829-4A92-9B93-07829B1995EC}"/>
              </a:ext>
            </a:extLst>
          </p:cNvPr>
          <p:cNvSpPr/>
          <p:nvPr/>
        </p:nvSpPr>
        <p:spPr>
          <a:xfrm>
            <a:off x="1343184" y="18445029"/>
            <a:ext cx="9527868" cy="63603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180000" tIns="46135" rIns="92269" bIns="46135" numCol="1" anchor="ctr" anchorCtr="0" compatLnSpc="1">
            <a:prstTxWarp prst="textNoShape">
              <a:avLst/>
            </a:prstTxWarp>
          </a:bodyPr>
          <a:lstStyle/>
          <a:p>
            <a:pPr defTabSz="87507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32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(1</a:t>
            </a:r>
            <a:r>
              <a:rPr lang="en-US" altLang="ko-KR" sz="3200" b="1" spc="-49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). DE - 9IM based Voxel Train-set Construction</a:t>
            </a:r>
            <a:endParaRPr lang="ko-KR" altLang="en-US" sz="3200" b="1" spc="-49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B9E9DC6A-2F33-44BE-BFF1-3C31FBA88AC8}"/>
              </a:ext>
            </a:extLst>
          </p:cNvPr>
          <p:cNvSpPr/>
          <p:nvPr/>
        </p:nvSpPr>
        <p:spPr>
          <a:xfrm>
            <a:off x="16740757" y="34357728"/>
            <a:ext cx="14528040" cy="1159761"/>
          </a:xfrm>
          <a:prstGeom prst="rect">
            <a:avLst/>
          </a:prstGeom>
          <a:blipFill>
            <a:blip r:embed="rId3"/>
            <a:stretch>
              <a:fillRect t="-66437" b="-6643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530" tIns="65266" rIns="130530" bIns="65266" rtlCol="0" anchor="ctr"/>
          <a:lstStyle/>
          <a:p>
            <a:pPr defTabSz="3134568"/>
            <a:r>
              <a:rPr lang="en-US" altLang="ko-KR" sz="55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CONCLUSIONS</a:t>
            </a:r>
          </a:p>
        </p:txBody>
      </p:sp>
      <p:sp>
        <p:nvSpPr>
          <p:cNvPr id="309" name="직사각형 308">
            <a:extLst>
              <a:ext uri="{FF2B5EF4-FFF2-40B4-BE49-F238E27FC236}">
                <a16:creationId xmlns:a16="http://schemas.microsoft.com/office/drawing/2014/main" id="{D4C3EE44-AED9-4BBA-9896-8288BBE1CA01}"/>
              </a:ext>
            </a:extLst>
          </p:cNvPr>
          <p:cNvSpPr/>
          <p:nvPr/>
        </p:nvSpPr>
        <p:spPr>
          <a:xfrm>
            <a:off x="17209955" y="35601580"/>
            <a:ext cx="14058842" cy="3915566"/>
          </a:xfrm>
          <a:prstGeom prst="rect">
            <a:avLst/>
          </a:prstGeom>
        </p:spPr>
        <p:txBody>
          <a:bodyPr wrap="square" lIns="101225" tIns="50613" rIns="101225" bIns="50613">
            <a:spAutoFit/>
          </a:bodyPr>
          <a:lstStyle/>
          <a:p>
            <a:pPr marL="457200" lvl="1" indent="-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spc="-2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Voxel-based 3D spatial operations were formulated as a learning-based spatial relation classification problem.</a:t>
            </a:r>
          </a:p>
          <a:p>
            <a:pPr marL="457200" lvl="1" indent="-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spc="-2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The results demonstrated that </a:t>
            </a:r>
            <a:r>
              <a:rPr lang="en-US" altLang="ko-KR" sz="2400" b="1" spc="-2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deep learning models can classify spatial relations between voxel objects with high performance.</a:t>
            </a:r>
          </a:p>
          <a:p>
            <a:pPr marL="457200" lvl="1" indent="-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spc="-2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The model effectively learned complex 3D spatial patterns from voxel data.</a:t>
            </a:r>
          </a:p>
          <a:p>
            <a:pPr marL="457200" lvl="1" indent="-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spc="-2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The proposed approach can support intelligent voxel operations for digital twins, autonomous driving, and robot navigation.</a:t>
            </a:r>
            <a:endParaRPr lang="en-US" altLang="ko-KR" sz="2400" spc="-21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5E582CC-D7B2-417D-AA24-C1AE04AD0C7E}"/>
              </a:ext>
            </a:extLst>
          </p:cNvPr>
          <p:cNvGrpSpPr/>
          <p:nvPr/>
        </p:nvGrpSpPr>
        <p:grpSpPr>
          <a:xfrm>
            <a:off x="8355029" y="4334865"/>
            <a:ext cx="23342533" cy="2841036"/>
            <a:chOff x="6838604" y="4335180"/>
            <a:chExt cx="23342533" cy="284103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21B4E0F-A3B9-9FE3-B9E8-DEF20CC46898}"/>
                </a:ext>
              </a:extLst>
            </p:cNvPr>
            <p:cNvSpPr/>
            <p:nvPr/>
          </p:nvSpPr>
          <p:spPr>
            <a:xfrm>
              <a:off x="6838605" y="4335180"/>
              <a:ext cx="22856471" cy="546241"/>
            </a:xfrm>
            <a:prstGeom prst="rect">
              <a:avLst/>
            </a:prstGeom>
          </p:spPr>
          <p:txBody>
            <a:bodyPr wrap="square" lIns="71565" tIns="35783" rIns="71565" bIns="35783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2800" b="1" baseline="300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1</a:t>
              </a:r>
              <a:r>
                <a:rPr lang="en-US" altLang="ko-KR" sz="28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 Konyang University/Department of Artificial Intelligence, Daejeon, Korea, vhvj1398@gmail.com</a:t>
              </a:r>
              <a:endParaRPr lang="en-US" altLang="ko-KR" sz="2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19A19A4-96A9-505D-D99F-C861EB4DFA4C}"/>
                </a:ext>
              </a:extLst>
            </p:cNvPr>
            <p:cNvSpPr/>
            <p:nvPr/>
          </p:nvSpPr>
          <p:spPr>
            <a:xfrm>
              <a:off x="6838604" y="5100112"/>
              <a:ext cx="23342533" cy="546241"/>
            </a:xfrm>
            <a:prstGeom prst="rect">
              <a:avLst/>
            </a:prstGeom>
          </p:spPr>
          <p:txBody>
            <a:bodyPr wrap="square" lIns="71565" tIns="35783" rIns="71565" bIns="35783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2800" b="1" baseline="300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2</a:t>
              </a:r>
              <a:r>
                <a:rPr lang="en-US" altLang="ko-KR" sz="28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 Dongguk University/Department of Computer Science and Artificial Intelligence, Seoul, Korea, imjahk@dgu.ac.kr</a:t>
              </a:r>
              <a:endParaRPr lang="en-US" altLang="ko-KR" sz="2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1359B4F5-D365-4373-BD35-770F26722742}"/>
                </a:ext>
              </a:extLst>
            </p:cNvPr>
            <p:cNvSpPr/>
            <p:nvPr/>
          </p:nvSpPr>
          <p:spPr>
            <a:xfrm>
              <a:off x="6838605" y="5865044"/>
              <a:ext cx="22856471" cy="546241"/>
            </a:xfrm>
            <a:prstGeom prst="rect">
              <a:avLst/>
            </a:prstGeom>
          </p:spPr>
          <p:txBody>
            <a:bodyPr wrap="square" lIns="71565" tIns="35783" rIns="71565" bIns="35783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2800" b="1" baseline="300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3</a:t>
              </a:r>
              <a:r>
                <a:rPr lang="en-US" altLang="ko-KR" sz="28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 University of Ulsan/Department of IT Convergence, Ulsan, Korea, kmj977284@gmail.com</a:t>
              </a:r>
              <a:endParaRPr lang="en-US" altLang="ko-KR" sz="2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88C8DC6D-8D61-4630-BFB7-72957AD0E635}"/>
                </a:ext>
              </a:extLst>
            </p:cNvPr>
            <p:cNvSpPr/>
            <p:nvPr/>
          </p:nvSpPr>
          <p:spPr>
            <a:xfrm>
              <a:off x="6838604" y="6629975"/>
              <a:ext cx="23342533" cy="546241"/>
            </a:xfrm>
            <a:prstGeom prst="rect">
              <a:avLst/>
            </a:prstGeom>
          </p:spPr>
          <p:txBody>
            <a:bodyPr wrap="square" lIns="71565" tIns="35783" rIns="71565" bIns="35783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2800" b="1" baseline="300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4</a:t>
              </a:r>
              <a:r>
                <a:rPr lang="en-US" altLang="ko-KR" sz="28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 Electronics and Telecommunications Research Institute, Daejeon, Korea, {hoony, enoch}@etri.re.kr</a:t>
              </a:r>
              <a:endParaRPr lang="en-US" altLang="ko-KR" sz="2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41D375-D3CD-2FC0-86E1-B0E494A0B9C6}"/>
              </a:ext>
            </a:extLst>
          </p:cNvPr>
          <p:cNvSpPr/>
          <p:nvPr/>
        </p:nvSpPr>
        <p:spPr>
          <a:xfrm>
            <a:off x="1364777" y="14118054"/>
            <a:ext cx="14479046" cy="2807571"/>
          </a:xfrm>
          <a:prstGeom prst="rect">
            <a:avLst/>
          </a:prstGeom>
        </p:spPr>
        <p:txBody>
          <a:bodyPr wrap="square" lIns="101225" tIns="50613" rIns="101225" bIns="50613">
            <a:spAutoFit/>
          </a:bodyPr>
          <a:lstStyle/>
          <a:p>
            <a:pPr marL="457200" lvl="1" indent="-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Formulate voxel-based 3D spatial operations as a spatial relation classification problem between two objects.</a:t>
            </a:r>
          </a:p>
          <a:p>
            <a:pPr marL="457200" lvl="1" indent="-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Compare the performance of MLP(Multi</a:t>
            </a:r>
            <a:r>
              <a:rPr lang="ko-KR" altLang="en-US" sz="2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2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Layer</a:t>
            </a:r>
            <a:r>
              <a:rPr lang="ko-KR" altLang="en-US" sz="2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2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Perceptron), 3D CNN(3D Convolution Neural Network), and VT(Voxel Transformer) models.</a:t>
            </a:r>
          </a:p>
          <a:p>
            <a:pPr marL="457200" lvl="1" indent="-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Evaluate the potential of learning-based intelligent voxel spatial operations.</a:t>
            </a:r>
            <a:endParaRPr lang="en-US" altLang="ko-KR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C37D2B0-FF49-AE05-B68A-3AC4E1EC14AB}"/>
              </a:ext>
            </a:extLst>
          </p:cNvPr>
          <p:cNvSpPr/>
          <p:nvPr/>
        </p:nvSpPr>
        <p:spPr>
          <a:xfrm>
            <a:off x="1327881" y="19210050"/>
            <a:ext cx="14270355" cy="4469564"/>
          </a:xfrm>
          <a:prstGeom prst="rect">
            <a:avLst/>
          </a:prstGeom>
        </p:spPr>
        <p:txBody>
          <a:bodyPr wrap="square" lIns="101225" tIns="50613" rIns="101225" bIns="50613">
            <a:spAutoFit/>
          </a:bodyPr>
          <a:lstStyle/>
          <a:p>
            <a:pPr marL="457200" lvl="1" indent="-457200" algn="just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DE-9IM defines spatial relations based on intersections among the interior, boundary, and exterior of two objects.</a:t>
            </a:r>
          </a:p>
          <a:p>
            <a:pPr marL="457200" lvl="1" indent="-457200" algn="just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Two 3D objects were generated in a 64 × 64 × 64 voxel grid, where empty space was labeled as 0, object A as 1, object B as 2, and the overlapping region as 3.</a:t>
            </a:r>
          </a:p>
          <a:p>
            <a:pPr marL="457200" lvl="1" indent="-457200" algn="just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Six spatial relation classes were defined: Disjoint(a), Meet(b), Contains(c), Within(d), Equal(e), and Overlap(f), with class-index and one-hot labels.</a:t>
            </a:r>
          </a:p>
          <a:p>
            <a:pPr marL="457200" lvl="1" indent="-457200" algn="just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The dataset consisted of 18,000 training, 3,000 validation, and 3,000 test samples, balanced across all six classes.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520" name="모서리가 둥근 직사각형 81">
            <a:extLst>
              <a:ext uri="{FF2B5EF4-FFF2-40B4-BE49-F238E27FC236}">
                <a16:creationId xmlns:a16="http://schemas.microsoft.com/office/drawing/2014/main" id="{6BD3B69E-7E8F-58B2-8460-EA7A551F2EB8}"/>
              </a:ext>
            </a:extLst>
          </p:cNvPr>
          <p:cNvSpPr/>
          <p:nvPr/>
        </p:nvSpPr>
        <p:spPr>
          <a:xfrm>
            <a:off x="1343184" y="13475989"/>
            <a:ext cx="7837964" cy="63603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180000" tIns="46135" rIns="92269" bIns="46135" numCol="1" anchor="ctr" anchorCtr="0" compatLnSpc="1">
            <a:prstTxWarp prst="textNoShape">
              <a:avLst/>
            </a:prstTxWarp>
          </a:bodyPr>
          <a:lstStyle/>
          <a:p>
            <a:pPr defTabSz="87507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32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Object of this study</a:t>
            </a:r>
            <a:endParaRPr lang="ko-KR" altLang="en-US" sz="3200" b="1" spc="-49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  <p:sp>
        <p:nvSpPr>
          <p:cNvPr id="521" name="모서리가 둥근 직사각형 81">
            <a:extLst>
              <a:ext uri="{FF2B5EF4-FFF2-40B4-BE49-F238E27FC236}">
                <a16:creationId xmlns:a16="http://schemas.microsoft.com/office/drawing/2014/main" id="{04DE0C18-EE40-D8A4-5889-B2793CA55D84}"/>
              </a:ext>
            </a:extLst>
          </p:cNvPr>
          <p:cNvSpPr/>
          <p:nvPr/>
        </p:nvSpPr>
        <p:spPr>
          <a:xfrm>
            <a:off x="1343184" y="9437574"/>
            <a:ext cx="7837964" cy="63603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180000" tIns="46135" rIns="92269" bIns="46135" numCol="1" anchor="ctr" anchorCtr="0" compatLnSpc="1">
            <a:prstTxWarp prst="textNoShape">
              <a:avLst/>
            </a:prstTxWarp>
          </a:bodyPr>
          <a:lstStyle/>
          <a:p>
            <a:pPr defTabSz="87507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32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Background</a:t>
            </a:r>
            <a:endParaRPr lang="ko-KR" altLang="en-US" sz="3200" b="1" spc="-49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  <p:sp>
        <p:nvSpPr>
          <p:cNvPr id="85" name="모서리가 둥근 직사각형 81">
            <a:extLst>
              <a:ext uri="{FF2B5EF4-FFF2-40B4-BE49-F238E27FC236}">
                <a16:creationId xmlns:a16="http://schemas.microsoft.com/office/drawing/2014/main" id="{35D5969E-493D-4EF4-B8A5-75B0F30FA528}"/>
              </a:ext>
            </a:extLst>
          </p:cNvPr>
          <p:cNvSpPr/>
          <p:nvPr/>
        </p:nvSpPr>
        <p:spPr>
          <a:xfrm>
            <a:off x="1343184" y="29879090"/>
            <a:ext cx="7837964" cy="63603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180000" tIns="46135" rIns="92269" bIns="46135" numCol="1" anchor="ctr" anchorCtr="0" compatLnSpc="1">
            <a:prstTxWarp prst="textNoShape">
              <a:avLst/>
            </a:prstTxWarp>
          </a:bodyPr>
          <a:lstStyle/>
          <a:p>
            <a:pPr defTabSz="87507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3200" b="1" spc="-49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(2). Deep Learning Methods</a:t>
            </a:r>
            <a:endParaRPr lang="ko-KR" altLang="en-US" sz="3200" b="1" spc="-49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4DF10151-55FA-404F-B577-274E85267160}"/>
              </a:ext>
            </a:extLst>
          </p:cNvPr>
          <p:cNvSpPr/>
          <p:nvPr/>
        </p:nvSpPr>
        <p:spPr>
          <a:xfrm>
            <a:off x="1327881" y="30557258"/>
            <a:ext cx="14330654" cy="673140"/>
          </a:xfrm>
          <a:prstGeom prst="rect">
            <a:avLst/>
          </a:prstGeom>
        </p:spPr>
        <p:txBody>
          <a:bodyPr wrap="square" lIns="101225" tIns="50613" rIns="101225" bIns="50613">
            <a:spAutoFit/>
          </a:bodyPr>
          <a:lstStyle/>
          <a:p>
            <a:pPr marL="0" lvl="1" latinLnBrk="0">
              <a:lnSpc>
                <a:spcPct val="150000"/>
              </a:lnSpc>
            </a:pPr>
            <a:r>
              <a:rPr lang="en-US" altLang="ko-KR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a</a:t>
            </a:r>
            <a:r>
              <a:rPr lang="en-US" altLang="ko-KR" sz="2800" b="1" spc="-2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. MLP (Multi Layer Perceptron)</a:t>
            </a:r>
            <a:endParaRPr lang="en-US" altLang="ko-KR" sz="2800" b="1" spc="-21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A96E6781-C833-4B4E-BDFE-CE549433A8D2}"/>
              </a:ext>
            </a:extLst>
          </p:cNvPr>
          <p:cNvSpPr/>
          <p:nvPr/>
        </p:nvSpPr>
        <p:spPr>
          <a:xfrm>
            <a:off x="1327881" y="36826086"/>
            <a:ext cx="14281657" cy="673140"/>
          </a:xfrm>
          <a:prstGeom prst="rect">
            <a:avLst/>
          </a:prstGeom>
        </p:spPr>
        <p:txBody>
          <a:bodyPr wrap="square" lIns="101225" tIns="50613" rIns="101225" bIns="50613">
            <a:spAutoFit/>
          </a:bodyPr>
          <a:lstStyle/>
          <a:p>
            <a:pPr marL="0" lvl="1" latinLnBrk="0">
              <a:lnSpc>
                <a:spcPct val="150000"/>
              </a:lnSpc>
            </a:pPr>
            <a:r>
              <a:rPr lang="en-US" altLang="ko-KR" sz="2800" b="1" spc="-2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b. 3D CNN (3D Demension Convolution Neural Network)</a:t>
            </a:r>
            <a:endParaRPr lang="en-US" altLang="ko-KR" sz="2800" b="1" spc="-21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585849F-2991-4CE1-98E6-074B4BB1610E}"/>
              </a:ext>
            </a:extLst>
          </p:cNvPr>
          <p:cNvSpPr/>
          <p:nvPr/>
        </p:nvSpPr>
        <p:spPr>
          <a:xfrm>
            <a:off x="16863901" y="13778109"/>
            <a:ext cx="14528040" cy="1076921"/>
          </a:xfrm>
          <a:prstGeom prst="rect">
            <a:avLst/>
          </a:prstGeom>
          <a:blipFill>
            <a:blip r:embed="rId3"/>
            <a:stretch>
              <a:fillRect t="-66437" b="-6643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530" tIns="65266" rIns="130530" bIns="65266" rtlCol="0" anchor="ctr"/>
          <a:lstStyle/>
          <a:p>
            <a:pPr defTabSz="3134568"/>
            <a:r>
              <a:rPr lang="en-US" altLang="ko-KR" sz="55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RESULTS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F4E75B65-8A00-4444-8AA6-E12B0C8244F6}"/>
              </a:ext>
            </a:extLst>
          </p:cNvPr>
          <p:cNvSpPr/>
          <p:nvPr/>
        </p:nvSpPr>
        <p:spPr>
          <a:xfrm>
            <a:off x="16740757" y="39751057"/>
            <a:ext cx="14528040" cy="1159761"/>
          </a:xfrm>
          <a:prstGeom prst="rect">
            <a:avLst/>
          </a:prstGeom>
          <a:blipFill>
            <a:blip r:embed="rId3"/>
            <a:stretch>
              <a:fillRect t="-66437" b="-6643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530" tIns="65266" rIns="130530" bIns="65266" rtlCol="0" anchor="ctr"/>
          <a:lstStyle/>
          <a:p>
            <a:pPr defTabSz="3134568"/>
            <a:r>
              <a:rPr lang="en-US" altLang="ko-KR" sz="55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ACKNOWLEDGEMENT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C5FFFB05-ACBE-4A05-A693-B0D687347441}"/>
              </a:ext>
            </a:extLst>
          </p:cNvPr>
          <p:cNvSpPr/>
          <p:nvPr/>
        </p:nvSpPr>
        <p:spPr>
          <a:xfrm>
            <a:off x="17209955" y="41034435"/>
            <a:ext cx="14058842" cy="1393530"/>
          </a:xfrm>
          <a:prstGeom prst="rect">
            <a:avLst/>
          </a:prstGeom>
        </p:spPr>
        <p:txBody>
          <a:bodyPr wrap="square" lIns="101225" tIns="50613" rIns="101225" bIns="50613">
            <a:spAutoFit/>
          </a:bodyPr>
          <a:lstStyle/>
          <a:p>
            <a:pPr marL="457200" lvl="1" indent="-45720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latin typeface="나눔고딕" panose="020D0604000000000000" pitchFamily="50" charset="-127"/>
                <a:ea typeface="나눔고딕" panose="020D0604000000000000" pitchFamily="50" charset="-127"/>
              </a:rPr>
              <a:t>This work is supported by the Korea Agency for Infrastructure Technology Advancement (KAIA) grant funded by the Ministry of Land, Infrastructure and Transport (RS-2025-02317649, Implementation and Application of 3D Grid System for Advanced National Spatial Information). </a:t>
            </a:r>
            <a:endParaRPr lang="en-US" altLang="ko-KR" sz="2400" spc="-21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15" name="표 114">
            <a:extLst>
              <a:ext uri="{FF2B5EF4-FFF2-40B4-BE49-F238E27FC236}">
                <a16:creationId xmlns:a16="http://schemas.microsoft.com/office/drawing/2014/main" id="{340F1265-2161-44FD-A335-DCCB0F170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105124"/>
              </p:ext>
            </p:extLst>
          </p:nvPr>
        </p:nvGraphicFramePr>
        <p:xfrm>
          <a:off x="17119780" y="17476043"/>
          <a:ext cx="14042355" cy="60984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1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2715">
                  <a:extLst>
                    <a:ext uri="{9D8B030D-6E8A-4147-A177-3AD203B41FA5}">
                      <a16:colId xmlns:a16="http://schemas.microsoft.com/office/drawing/2014/main" val="732175378"/>
                    </a:ext>
                  </a:extLst>
                </a:gridCol>
                <a:gridCol w="2712715">
                  <a:extLst>
                    <a:ext uri="{9D8B030D-6E8A-4147-A177-3AD203B41FA5}">
                      <a16:colId xmlns:a16="http://schemas.microsoft.com/office/drawing/2014/main" val="320239095"/>
                    </a:ext>
                  </a:extLst>
                </a:gridCol>
                <a:gridCol w="2712715">
                  <a:extLst>
                    <a:ext uri="{9D8B030D-6E8A-4147-A177-3AD203B41FA5}">
                      <a16:colId xmlns:a16="http://schemas.microsoft.com/office/drawing/2014/main" val="1733696338"/>
                    </a:ext>
                  </a:extLst>
                </a:gridCol>
                <a:gridCol w="2712715">
                  <a:extLst>
                    <a:ext uri="{9D8B030D-6E8A-4147-A177-3AD203B41FA5}">
                      <a16:colId xmlns:a16="http://schemas.microsoft.com/office/drawing/2014/main" val="3987797191"/>
                    </a:ext>
                  </a:extLst>
                </a:gridCol>
              </a:tblGrid>
              <a:tr h="53521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b="1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</a:rPr>
                        <a:t>Model</a:t>
                      </a:r>
                      <a:endParaRPr lang="ko-KR" altLang="en-US" sz="1800" b="1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25680" marT="32613" marB="326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b="1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Methods</a:t>
                      </a:r>
                      <a:endParaRPr lang="ko-KR" altLang="en-US" sz="1800" b="1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2568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21434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</a:rPr>
                        <a:t>Accuracy</a:t>
                      </a:r>
                      <a:endParaRPr lang="ko-KR" altLang="en-US" sz="1800" b="1" kern="1200" spc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2568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b="1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Precision</a:t>
                      </a:r>
                      <a:endParaRPr lang="ko-KR" altLang="en-US" sz="1800" b="1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2568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b="1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Recall</a:t>
                      </a:r>
                      <a:endParaRPr lang="ko-KR" altLang="en-US" sz="1800" b="1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2568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b="1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F1-Score</a:t>
                      </a:r>
                      <a:endParaRPr lang="ko-KR" altLang="en-US" sz="1800" b="1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2568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833">
                <a:tc rowSpan="6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b="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MLP</a:t>
                      </a:r>
                      <a:endParaRPr lang="ko-KR" altLang="en-US" sz="1800" b="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25680" marT="32613" marB="326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(a)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0.8707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0.6369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0.8000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0.7092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(b)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20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0.7407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0.5600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0.6378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1188961"/>
                  </a:ext>
                </a:extLst>
              </a:tr>
              <a:tr h="253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(c)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20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0.9898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0.9720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0.9808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6677650"/>
                  </a:ext>
                </a:extLst>
              </a:tr>
              <a:tr h="25383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20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2568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(d)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20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0.9859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0.9820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0.9840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(e)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20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1.0000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0.9760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0.9879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8629424"/>
                  </a:ext>
                </a:extLst>
              </a:tr>
              <a:tr h="253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(f)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20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0.9033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0.9340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0.9184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4671511"/>
                  </a:ext>
                </a:extLst>
              </a:tr>
              <a:tr h="253833">
                <a:tc rowSpan="6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b="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3D CNN</a:t>
                      </a:r>
                      <a:endParaRPr lang="ko-KR" altLang="en-US" sz="1800" b="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25680" marT="32613" marB="326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(a)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0.9967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0.9900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0.9900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0.9900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(b)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2000" b="1" u="sng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0.9900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0.9900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0.9900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438809"/>
                  </a:ext>
                </a:extLst>
              </a:tr>
              <a:tr h="253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(c)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2000" b="1" u="sng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3756144"/>
                  </a:ext>
                </a:extLst>
              </a:tr>
              <a:tr h="25383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20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2568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(d)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2000" b="1" u="sng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5056009"/>
                  </a:ext>
                </a:extLst>
              </a:tr>
              <a:tr h="253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(e)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2000" b="1" u="sng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5593462"/>
                  </a:ext>
                </a:extLst>
              </a:tr>
              <a:tr h="253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(f)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2000" b="1" u="sng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409925"/>
                  </a:ext>
                </a:extLst>
              </a:tr>
              <a:tr h="253833">
                <a:tc rowSpan="6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b="1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Voxel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800" b="1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Transformer</a:t>
                      </a:r>
                      <a:endParaRPr lang="ko-KR" altLang="en-US" sz="1800" b="1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25680" marT="32613" marB="326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(a)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1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0.9983</a:t>
                      </a:r>
                      <a:endParaRPr lang="ko-KR" altLang="en-US" sz="1600" b="1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0.9979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0.992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0.9949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9682105"/>
                  </a:ext>
                </a:extLst>
              </a:tr>
              <a:tr h="253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(b)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2000" b="1" u="sng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0.9920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0.998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0.9950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2251301"/>
                  </a:ext>
                </a:extLst>
              </a:tr>
              <a:tr h="253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(c)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2000" b="1" u="sng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7373499"/>
                  </a:ext>
                </a:extLst>
              </a:tr>
              <a:tr h="25383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20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2568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(d)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2000" b="1" u="sng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41517646"/>
                  </a:ext>
                </a:extLst>
              </a:tr>
              <a:tr h="253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(e)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2000" b="1" u="sng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5600565"/>
                  </a:ext>
                </a:extLst>
              </a:tr>
              <a:tr h="253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(f)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2000" b="1" u="sng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u="none" kern="1200" spc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1.000</a:t>
                      </a:r>
                      <a:endParaRPr lang="ko-KR" altLang="en-US" sz="1600" b="0" u="none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680" marR="144000" marT="32613" marB="32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921613"/>
                  </a:ext>
                </a:extLst>
              </a:tr>
            </a:tbl>
          </a:graphicData>
        </a:graphic>
      </p:graphicFrame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B41D85F9-2597-4E29-A004-EFD0D94EB974}"/>
              </a:ext>
            </a:extLst>
          </p:cNvPr>
          <p:cNvSpPr/>
          <p:nvPr/>
        </p:nvSpPr>
        <p:spPr>
          <a:xfrm>
            <a:off x="16967380" y="16754320"/>
            <a:ext cx="14356670" cy="82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109" tIns="23054" rIns="46109" bIns="23054" spcCol="0" rtlCol="0" anchor="ctr"/>
          <a:lstStyle/>
          <a:p>
            <a:pPr marL="0" lvl="1">
              <a:lnSpc>
                <a:spcPct val="107000"/>
              </a:lnSpc>
              <a:spcAft>
                <a:spcPts val="533"/>
              </a:spcAft>
            </a:pPr>
            <a:r>
              <a:rPr lang="en-US" altLang="ko-KR" sz="2400" b="1" spc="-15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2. Performance comparison of MLP, 3D CNN, and Voxel Transformer models.</a:t>
            </a:r>
            <a:endParaRPr lang="en-US" altLang="ko-KR" sz="2400" b="1" spc="-15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D959FD0D-E0D6-4763-9A5A-20AEDA47E3A0}"/>
              </a:ext>
            </a:extLst>
          </p:cNvPr>
          <p:cNvSpPr/>
          <p:nvPr/>
        </p:nvSpPr>
        <p:spPr>
          <a:xfrm>
            <a:off x="17205245" y="14932570"/>
            <a:ext cx="14330654" cy="1790562"/>
          </a:xfrm>
          <a:prstGeom prst="rect">
            <a:avLst/>
          </a:prstGeom>
        </p:spPr>
        <p:txBody>
          <a:bodyPr wrap="square" lIns="101225" tIns="50613" rIns="101225" bIns="50613">
            <a:spAutoFit/>
          </a:bodyPr>
          <a:lstStyle/>
          <a:p>
            <a:pPr marL="0" lvl="1" latinLnBrk="0">
              <a:lnSpc>
                <a:spcPct val="150000"/>
              </a:lnSpc>
            </a:pPr>
            <a:r>
              <a:rPr lang="en-US" altLang="ko-KR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a</a:t>
            </a:r>
            <a:r>
              <a:rPr lang="en-US" altLang="ko-KR" sz="2800" b="1" spc="-2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. Table of DE-9IM data based Voxel classification performance </a:t>
            </a:r>
            <a:endParaRPr lang="en-US" altLang="ko-KR" sz="2800" b="1" spc="-21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marL="457200" lvl="1" indent="-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spc="-2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VT achieved the best performance among all evaluated models.</a:t>
            </a:r>
          </a:p>
          <a:p>
            <a:pPr marL="457200" lvl="1" indent="-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latin typeface="나눔고딕" panose="020D0604000000000000" pitchFamily="50" charset="-127"/>
                <a:ea typeface="나눔고딕" panose="020D0604000000000000" pitchFamily="50" charset="-127"/>
              </a:rPr>
              <a:t>Models that explicitly learn 3D spatial structures significantly outperformed the MLP baseline.</a:t>
            </a:r>
            <a:endParaRPr lang="en-US" altLang="ko-KR" sz="2400" spc="-21">
              <a:ln>
                <a:solidFill>
                  <a:schemeClr val="accent1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8BFAB10B-A0DC-4A80-8E24-7098B7493E0E}"/>
              </a:ext>
            </a:extLst>
          </p:cNvPr>
          <p:cNvSpPr/>
          <p:nvPr/>
        </p:nvSpPr>
        <p:spPr>
          <a:xfrm>
            <a:off x="4624974" y="3342323"/>
            <a:ext cx="3797806" cy="613952"/>
          </a:xfrm>
          <a:prstGeom prst="rect">
            <a:avLst/>
          </a:prstGeom>
        </p:spPr>
        <p:txBody>
          <a:bodyPr wrap="square" lIns="71565" tIns="35783" rIns="71565" bIns="35783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3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Jaeseok Seo </a:t>
            </a:r>
            <a:r>
              <a:rPr lang="en-US" altLang="ko-KR" sz="3200" b="1" baseline="300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1, 4</a:t>
            </a:r>
            <a:endParaRPr lang="en-US" altLang="ko-KR" sz="3200" b="1" baseline="30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6F4396DD-B023-480A-B17F-FD8D2F7B60C5}"/>
              </a:ext>
            </a:extLst>
          </p:cNvPr>
          <p:cNvSpPr/>
          <p:nvPr/>
        </p:nvSpPr>
        <p:spPr>
          <a:xfrm>
            <a:off x="9621031" y="3342323"/>
            <a:ext cx="3165113" cy="613952"/>
          </a:xfrm>
          <a:prstGeom prst="rect">
            <a:avLst/>
          </a:prstGeom>
        </p:spPr>
        <p:txBody>
          <a:bodyPr wrap="square" lIns="71565" tIns="35783" rIns="71565" bIns="35783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3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Jaehong Kim</a:t>
            </a:r>
            <a:r>
              <a:rPr lang="en-US" altLang="ko-KR" sz="3200" b="1" baseline="300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2,4</a:t>
            </a:r>
            <a:endParaRPr lang="en-US" altLang="ko-KR" sz="3200" b="1" baseline="30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DA8FF71B-7870-48E3-B685-C7F639958AD2}"/>
              </a:ext>
            </a:extLst>
          </p:cNvPr>
          <p:cNvSpPr/>
          <p:nvPr/>
        </p:nvSpPr>
        <p:spPr>
          <a:xfrm>
            <a:off x="14617088" y="3342323"/>
            <a:ext cx="3165113" cy="613952"/>
          </a:xfrm>
          <a:prstGeom prst="rect">
            <a:avLst/>
          </a:prstGeom>
        </p:spPr>
        <p:txBody>
          <a:bodyPr wrap="square" lIns="71565" tIns="35783" rIns="71565" bIns="35783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3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Kiwook Park</a:t>
            </a:r>
            <a:r>
              <a:rPr lang="en-US" altLang="ko-KR" sz="3200" b="1" baseline="300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3,4</a:t>
            </a:r>
            <a:endParaRPr lang="en-US" altLang="ko-KR" sz="3200" b="1" baseline="30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8245DD0E-8B40-4604-B30A-47006834AF51}"/>
              </a:ext>
            </a:extLst>
          </p:cNvPr>
          <p:cNvSpPr/>
          <p:nvPr/>
        </p:nvSpPr>
        <p:spPr>
          <a:xfrm>
            <a:off x="19613145" y="3342323"/>
            <a:ext cx="3165113" cy="613952"/>
          </a:xfrm>
          <a:prstGeom prst="rect">
            <a:avLst/>
          </a:prstGeom>
        </p:spPr>
        <p:txBody>
          <a:bodyPr wrap="square" lIns="71565" tIns="35783" rIns="71565" bIns="35783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3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Kihoon Lee</a:t>
            </a:r>
            <a:r>
              <a:rPr lang="en-US" altLang="ko-KR" sz="3200" b="1" baseline="300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4</a:t>
            </a:r>
            <a:endParaRPr lang="en-US" altLang="ko-KR" sz="3200" b="1" baseline="30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FB314585-794F-4474-9DC0-16B001C13776}"/>
              </a:ext>
            </a:extLst>
          </p:cNvPr>
          <p:cNvSpPr/>
          <p:nvPr/>
        </p:nvSpPr>
        <p:spPr>
          <a:xfrm>
            <a:off x="24609202" y="3342323"/>
            <a:ext cx="3797806" cy="613952"/>
          </a:xfrm>
          <a:prstGeom prst="rect">
            <a:avLst/>
          </a:prstGeom>
        </p:spPr>
        <p:txBody>
          <a:bodyPr wrap="square" lIns="71565" tIns="35783" rIns="71565" bIns="35783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3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Kwangsoo Kim</a:t>
            </a:r>
            <a:r>
              <a:rPr lang="en-US" altLang="ko-KR" sz="3200" b="1" baseline="300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4</a:t>
            </a:r>
            <a:endParaRPr lang="en-US" altLang="ko-KR" sz="3200" b="1" baseline="30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88EF9941-D891-4540-B377-F0E2A184BF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997" y="23903828"/>
            <a:ext cx="6234530" cy="467589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1D14A51F-90A5-448C-8834-8A8B7BE6D8C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91" b="10436"/>
          <a:stretch/>
        </p:blipFill>
        <p:spPr>
          <a:xfrm>
            <a:off x="8184291" y="24179528"/>
            <a:ext cx="7413945" cy="3683327"/>
          </a:xfrm>
          <a:prstGeom prst="rect">
            <a:avLst/>
          </a:prstGeom>
        </p:spPr>
      </p:pic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EA914D01-2A86-4F3D-AB6E-28C6821B56BA}"/>
              </a:ext>
            </a:extLst>
          </p:cNvPr>
          <p:cNvSpPr/>
          <p:nvPr/>
        </p:nvSpPr>
        <p:spPr>
          <a:xfrm>
            <a:off x="1582020" y="28416054"/>
            <a:ext cx="14356670" cy="82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109" tIns="23054" rIns="46109" bIns="23054" spcCol="0" rtlCol="0" anchor="ctr"/>
          <a:lstStyle/>
          <a:p>
            <a:pPr marL="0" lvl="1" algn="ctr">
              <a:lnSpc>
                <a:spcPct val="107000"/>
              </a:lnSpc>
              <a:spcAft>
                <a:spcPts val="533"/>
              </a:spcAft>
            </a:pPr>
            <a:r>
              <a:rPr lang="en-US" altLang="ko-KR" sz="2400" b="1" spc="-15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Fig 1. Six voxel-based 3D spatial relation classes and a 64 × 64 × 64 input data encoding example.</a:t>
            </a:r>
            <a:endParaRPr lang="en-US" altLang="ko-KR" sz="2400" b="1" spc="-15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EEE4FC3-35EE-4C36-9F25-4E312126C2AE}"/>
              </a:ext>
            </a:extLst>
          </p:cNvPr>
          <p:cNvGrpSpPr/>
          <p:nvPr/>
        </p:nvGrpSpPr>
        <p:grpSpPr>
          <a:xfrm>
            <a:off x="8235154" y="28159876"/>
            <a:ext cx="2160240" cy="188654"/>
            <a:chOff x="8235154" y="29026131"/>
            <a:chExt cx="2160240" cy="188654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9C43B8A9-FA26-4BA2-9C0D-86417DAE44A6}"/>
                </a:ext>
              </a:extLst>
            </p:cNvPr>
            <p:cNvSpPr/>
            <p:nvPr/>
          </p:nvSpPr>
          <p:spPr>
            <a:xfrm>
              <a:off x="8235154" y="29026131"/>
              <a:ext cx="385925" cy="1886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9941521A-62D9-4F34-9E65-5AA5FD217223}"/>
                </a:ext>
              </a:extLst>
            </p:cNvPr>
            <p:cNvSpPr/>
            <p:nvPr/>
          </p:nvSpPr>
          <p:spPr>
            <a:xfrm>
              <a:off x="8725357" y="29026131"/>
              <a:ext cx="1670037" cy="1886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>
                  <a:solidFill>
                    <a:schemeClr val="tx1"/>
                  </a:solidFill>
                </a:rPr>
                <a:t>Empty Space</a:t>
              </a:r>
              <a:endParaRPr lang="ko-KR" altLang="en-US" sz="140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01030BE5-7670-40AF-8474-2DE2880ADBB4}"/>
              </a:ext>
            </a:extLst>
          </p:cNvPr>
          <p:cNvGrpSpPr/>
          <p:nvPr/>
        </p:nvGrpSpPr>
        <p:grpSpPr>
          <a:xfrm>
            <a:off x="10089268" y="28159876"/>
            <a:ext cx="2160240" cy="188654"/>
            <a:chOff x="10133820" y="29026131"/>
            <a:chExt cx="2160240" cy="188654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19D51D1A-3F35-4C84-8547-66B612C3EF2E}"/>
                </a:ext>
              </a:extLst>
            </p:cNvPr>
            <p:cNvSpPr/>
            <p:nvPr/>
          </p:nvSpPr>
          <p:spPr>
            <a:xfrm>
              <a:off x="10133820" y="29026131"/>
              <a:ext cx="385925" cy="188654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4088DF90-84C2-4B37-9C7D-640E931B58D4}"/>
                </a:ext>
              </a:extLst>
            </p:cNvPr>
            <p:cNvSpPr/>
            <p:nvPr/>
          </p:nvSpPr>
          <p:spPr>
            <a:xfrm>
              <a:off x="10624023" y="29026131"/>
              <a:ext cx="1670037" cy="1886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>
                  <a:solidFill>
                    <a:schemeClr val="tx1"/>
                  </a:solidFill>
                </a:rPr>
                <a:t>Object B</a:t>
              </a:r>
              <a:endParaRPr lang="ko-KR" altLang="en-US" sz="140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DB10747E-640A-4020-A1FC-B9FD3F3A887B}"/>
              </a:ext>
            </a:extLst>
          </p:cNvPr>
          <p:cNvGrpSpPr/>
          <p:nvPr/>
        </p:nvGrpSpPr>
        <p:grpSpPr>
          <a:xfrm>
            <a:off x="11943382" y="28159876"/>
            <a:ext cx="2160240" cy="188654"/>
            <a:chOff x="11803857" y="29026131"/>
            <a:chExt cx="2160240" cy="188654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1F3C009-EE32-4EA7-8387-3F901E36F866}"/>
                </a:ext>
              </a:extLst>
            </p:cNvPr>
            <p:cNvSpPr/>
            <p:nvPr/>
          </p:nvSpPr>
          <p:spPr>
            <a:xfrm>
              <a:off x="11803857" y="29026131"/>
              <a:ext cx="385925" cy="188654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8780DBB0-D10B-4208-A6D5-340EA45F21B6}"/>
                </a:ext>
              </a:extLst>
            </p:cNvPr>
            <p:cNvSpPr/>
            <p:nvPr/>
          </p:nvSpPr>
          <p:spPr>
            <a:xfrm>
              <a:off x="12294060" y="29026131"/>
              <a:ext cx="1670037" cy="1886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>
                  <a:solidFill>
                    <a:schemeClr val="tx1"/>
                  </a:solidFill>
                </a:rPr>
                <a:t>Object A</a:t>
              </a:r>
              <a:endParaRPr lang="ko-KR" altLang="en-US" sz="140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9101D5B-55C3-4982-B408-1F98EAB983E4}"/>
              </a:ext>
            </a:extLst>
          </p:cNvPr>
          <p:cNvGrpSpPr/>
          <p:nvPr/>
        </p:nvGrpSpPr>
        <p:grpSpPr>
          <a:xfrm>
            <a:off x="13797495" y="28159876"/>
            <a:ext cx="2160240" cy="188654"/>
            <a:chOff x="13797495" y="29026131"/>
            <a:chExt cx="2160240" cy="188654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19985E7-36B2-4E18-A26B-538EC779F79C}"/>
                </a:ext>
              </a:extLst>
            </p:cNvPr>
            <p:cNvSpPr/>
            <p:nvPr/>
          </p:nvSpPr>
          <p:spPr>
            <a:xfrm>
              <a:off x="13797495" y="29026131"/>
              <a:ext cx="385925" cy="188654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A7AADBDA-3D55-4C89-AB97-C081B4085A96}"/>
                </a:ext>
              </a:extLst>
            </p:cNvPr>
            <p:cNvSpPr/>
            <p:nvPr/>
          </p:nvSpPr>
          <p:spPr>
            <a:xfrm>
              <a:off x="14287698" y="29026131"/>
              <a:ext cx="1670037" cy="1886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>
                  <a:solidFill>
                    <a:schemeClr val="tx1"/>
                  </a:solidFill>
                </a:rPr>
                <a:t>Overlap Space</a:t>
              </a:r>
              <a:endParaRPr lang="ko-KR" altLang="en-US" sz="1400">
                <a:solidFill>
                  <a:schemeClr val="tx1"/>
                </a:solidFill>
              </a:endParaRPr>
            </a:p>
          </p:txBody>
        </p:sp>
      </p:grp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E8B54F2-05C6-49D3-8DE7-AD38C805BFF0}"/>
              </a:ext>
            </a:extLst>
          </p:cNvPr>
          <p:cNvSpPr/>
          <p:nvPr/>
        </p:nvSpPr>
        <p:spPr>
          <a:xfrm>
            <a:off x="7661677" y="24009028"/>
            <a:ext cx="4248472" cy="362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109" tIns="23054" rIns="46109" bIns="23054" spcCol="0" rtlCol="0" anchor="ctr"/>
          <a:lstStyle/>
          <a:p>
            <a:pPr marL="0" lvl="1" algn="ctr">
              <a:lnSpc>
                <a:spcPct val="107000"/>
              </a:lnSpc>
              <a:spcAft>
                <a:spcPts val="533"/>
              </a:spcAft>
            </a:pPr>
            <a:r>
              <a:rPr lang="en-US" altLang="ko-KR" sz="1800" b="1" spc="-15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(a) 3D Voxel Arrangement</a:t>
            </a:r>
            <a:endParaRPr lang="en-US" altLang="ko-KR" sz="1800" b="1" spc="-15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08BC34EA-07DD-4461-B0E6-9D2596687C5E}"/>
              </a:ext>
            </a:extLst>
          </p:cNvPr>
          <p:cNvSpPr/>
          <p:nvPr/>
        </p:nvSpPr>
        <p:spPr>
          <a:xfrm>
            <a:off x="11986809" y="24020046"/>
            <a:ext cx="3671726" cy="362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109" tIns="23054" rIns="46109" bIns="23054" spcCol="0" rtlCol="0" anchor="ctr"/>
          <a:lstStyle/>
          <a:p>
            <a:pPr marL="0" lvl="1" algn="ctr">
              <a:lnSpc>
                <a:spcPct val="107000"/>
              </a:lnSpc>
              <a:spcAft>
                <a:spcPts val="533"/>
              </a:spcAft>
            </a:pPr>
            <a:r>
              <a:rPr lang="en-US" altLang="ko-KR" sz="1800" b="1" spc="-15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(b) Voxel values on z = 30 slice</a:t>
            </a:r>
            <a:endParaRPr lang="en-US" altLang="ko-KR" sz="1800" b="1" spc="-15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DDC60BE-4161-4DAC-8F9E-E9395F62CEB4}"/>
              </a:ext>
            </a:extLst>
          </p:cNvPr>
          <p:cNvSpPr/>
          <p:nvPr/>
        </p:nvSpPr>
        <p:spPr>
          <a:xfrm>
            <a:off x="1607000" y="28045128"/>
            <a:ext cx="1670037" cy="188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(d) Within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1768F25-91C3-4ACB-865E-7694FB8EEEFA}"/>
              </a:ext>
            </a:extLst>
          </p:cNvPr>
          <p:cNvSpPr/>
          <p:nvPr/>
        </p:nvSpPr>
        <p:spPr>
          <a:xfrm>
            <a:off x="16913646" y="7878482"/>
            <a:ext cx="14281657" cy="673140"/>
          </a:xfrm>
          <a:prstGeom prst="rect">
            <a:avLst/>
          </a:prstGeom>
        </p:spPr>
        <p:txBody>
          <a:bodyPr wrap="square" lIns="101225" tIns="50613" rIns="101225" bIns="50613">
            <a:spAutoFit/>
          </a:bodyPr>
          <a:lstStyle/>
          <a:p>
            <a:pPr marL="0" lvl="1" latinLnBrk="0">
              <a:lnSpc>
                <a:spcPct val="150000"/>
              </a:lnSpc>
            </a:pPr>
            <a:r>
              <a:rPr lang="en-US" altLang="ko-KR" sz="2800" b="1" spc="-2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c. VT (Voxel Transformer)</a:t>
            </a:r>
            <a:endParaRPr lang="en-US" altLang="ko-KR" sz="2800" b="1" spc="-21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32C3615-3179-4B00-BBBE-7D46EDAAD1FC}"/>
              </a:ext>
            </a:extLst>
          </p:cNvPr>
          <p:cNvSpPr/>
          <p:nvPr/>
        </p:nvSpPr>
        <p:spPr>
          <a:xfrm>
            <a:off x="3584391" y="28041937"/>
            <a:ext cx="1670037" cy="188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(e) Equal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F85AD9B3-AF67-452D-AE91-74FD128E6E8F}"/>
              </a:ext>
            </a:extLst>
          </p:cNvPr>
          <p:cNvSpPr/>
          <p:nvPr/>
        </p:nvSpPr>
        <p:spPr>
          <a:xfrm>
            <a:off x="5657887" y="28040342"/>
            <a:ext cx="1670037" cy="188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(f) Overlap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C1CCC5C-039C-44C9-8BE1-0FFBAC582D99}"/>
              </a:ext>
            </a:extLst>
          </p:cNvPr>
          <p:cNvSpPr/>
          <p:nvPr/>
        </p:nvSpPr>
        <p:spPr>
          <a:xfrm>
            <a:off x="5614513" y="25843198"/>
            <a:ext cx="1670037" cy="188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(c) Contains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F16498D-AA69-4CFD-A4B8-7C0BD9A584D7}"/>
              </a:ext>
            </a:extLst>
          </p:cNvPr>
          <p:cNvSpPr/>
          <p:nvPr/>
        </p:nvSpPr>
        <p:spPr>
          <a:xfrm>
            <a:off x="3656399" y="25843198"/>
            <a:ext cx="1670037" cy="188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(b) Meet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25D159C-5D59-4D5F-A62C-7F322BCDB8C5}"/>
              </a:ext>
            </a:extLst>
          </p:cNvPr>
          <p:cNvSpPr/>
          <p:nvPr/>
        </p:nvSpPr>
        <p:spPr>
          <a:xfrm>
            <a:off x="1607000" y="25843198"/>
            <a:ext cx="1670037" cy="188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(a) Disjoint</a:t>
            </a:r>
            <a:endParaRPr lang="ko-KR" altLang="en-US" sz="1400">
              <a:solidFill>
                <a:schemeClr val="tx1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A7C35E2-BB47-452E-9953-A789C222631D}"/>
              </a:ext>
            </a:extLst>
          </p:cNvPr>
          <p:cNvGrpSpPr/>
          <p:nvPr/>
        </p:nvGrpSpPr>
        <p:grpSpPr>
          <a:xfrm>
            <a:off x="16649137" y="23871983"/>
            <a:ext cx="14886762" cy="7158008"/>
            <a:chOff x="16649137" y="24836792"/>
            <a:chExt cx="14886762" cy="7158008"/>
          </a:xfrm>
        </p:grpSpPr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0A225BA6-02AB-40A0-9779-4BE721330858}"/>
                </a:ext>
              </a:extLst>
            </p:cNvPr>
            <p:cNvSpPr/>
            <p:nvPr/>
          </p:nvSpPr>
          <p:spPr>
            <a:xfrm>
              <a:off x="17068634" y="31169749"/>
              <a:ext cx="14356670" cy="8250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109" tIns="23054" rIns="46109" bIns="23054" spcCol="0" rtlCol="0" anchor="ctr"/>
            <a:lstStyle/>
            <a:p>
              <a:pPr marL="0" lvl="1" algn="ctr">
                <a:lnSpc>
                  <a:spcPct val="107000"/>
                </a:lnSpc>
                <a:spcAft>
                  <a:spcPts val="533"/>
                </a:spcAft>
              </a:pPr>
              <a:r>
                <a:rPr lang="en-US" altLang="ko-KR" sz="2400" b="1" spc="-15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Fig 5. Confusion matrices of MLP, 3D CNN, and Voxel Transformer models.</a:t>
              </a:r>
              <a:endParaRPr lang="en-US" altLang="ko-KR" sz="24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2CEE114-9FAE-4BEE-AD88-5CA1FC071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649137" y="27227571"/>
              <a:ext cx="14810673" cy="4192858"/>
            </a:xfrm>
            <a:prstGeom prst="rect">
              <a:avLst/>
            </a:prstGeom>
          </p:spPr>
        </p:pic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A62D37C9-1C1B-465E-9254-BA0BFD64C427}"/>
                </a:ext>
              </a:extLst>
            </p:cNvPr>
            <p:cNvSpPr/>
            <p:nvPr/>
          </p:nvSpPr>
          <p:spPr>
            <a:xfrm>
              <a:off x="16913646" y="27227571"/>
              <a:ext cx="3454713" cy="3625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109" tIns="23054" rIns="46109" bIns="23054" spcCol="0" rtlCol="0" anchor="ctr"/>
            <a:lstStyle/>
            <a:p>
              <a:pPr marL="0" lvl="1" algn="ctr">
                <a:lnSpc>
                  <a:spcPct val="107000"/>
                </a:lnSpc>
                <a:spcAft>
                  <a:spcPts val="533"/>
                </a:spcAft>
              </a:pPr>
              <a:r>
                <a:rPr lang="en-US" altLang="ko-KR" sz="1800" b="1" spc="-15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MLP</a:t>
              </a:r>
              <a:endParaRPr lang="en-US" altLang="ko-KR" sz="18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29D2454-5925-493A-B637-BE4FC37E4DA2}"/>
                </a:ext>
              </a:extLst>
            </p:cNvPr>
            <p:cNvSpPr/>
            <p:nvPr/>
          </p:nvSpPr>
          <p:spPr>
            <a:xfrm>
              <a:off x="22033963" y="27227571"/>
              <a:ext cx="3454713" cy="3625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109" tIns="23054" rIns="46109" bIns="23054" spcCol="0" rtlCol="0" anchor="ctr"/>
            <a:lstStyle/>
            <a:p>
              <a:pPr marL="0" lvl="1" algn="ctr">
                <a:lnSpc>
                  <a:spcPct val="107000"/>
                </a:lnSpc>
                <a:spcAft>
                  <a:spcPts val="533"/>
                </a:spcAft>
              </a:pPr>
              <a:r>
                <a:rPr lang="en-US" altLang="ko-KR" sz="1800" b="1" spc="-15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3D CNN</a:t>
              </a:r>
              <a:endParaRPr lang="en-US" altLang="ko-KR" sz="18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680601A2-EDEC-47F8-9503-7A6DE6B18165}"/>
                </a:ext>
              </a:extLst>
            </p:cNvPr>
            <p:cNvSpPr/>
            <p:nvPr/>
          </p:nvSpPr>
          <p:spPr>
            <a:xfrm>
              <a:off x="27216868" y="27227571"/>
              <a:ext cx="3454713" cy="3625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109" tIns="23054" rIns="46109" bIns="23054" spcCol="0" rtlCol="0" anchor="ctr"/>
            <a:lstStyle/>
            <a:p>
              <a:pPr marL="0" lvl="1" algn="ctr">
                <a:lnSpc>
                  <a:spcPct val="107000"/>
                </a:lnSpc>
                <a:spcAft>
                  <a:spcPts val="533"/>
                </a:spcAft>
              </a:pPr>
              <a:r>
                <a:rPr lang="en-US" altLang="ko-KR" sz="1800" b="1" spc="-15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Voxel Transformer</a:t>
              </a:r>
              <a:endParaRPr lang="en-US" altLang="ko-KR" sz="1800" b="1" spc="-15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29221AF1-F8CA-4174-88D9-78413E4AEC71}"/>
                </a:ext>
              </a:extLst>
            </p:cNvPr>
            <p:cNvSpPr/>
            <p:nvPr/>
          </p:nvSpPr>
          <p:spPr>
            <a:xfrm>
              <a:off x="17205245" y="24836792"/>
              <a:ext cx="14330654" cy="2345906"/>
            </a:xfrm>
            <a:prstGeom prst="rect">
              <a:avLst/>
            </a:prstGeom>
          </p:spPr>
          <p:txBody>
            <a:bodyPr wrap="square" lIns="101225" tIns="50613" rIns="101225" bIns="50613">
              <a:spAutoFit/>
            </a:bodyPr>
            <a:lstStyle/>
            <a:p>
              <a:pPr marL="0" lvl="1" latinLnBrk="0">
                <a:lnSpc>
                  <a:spcPct val="150000"/>
                </a:lnSpc>
              </a:pPr>
              <a:r>
                <a:rPr lang="en-US" altLang="ko-KR" sz="2800" b="1" spc="-2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b</a:t>
              </a:r>
              <a:r>
                <a:rPr lang="en-US" altLang="ko-KR" sz="2800" b="1" spc="-2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. Confusion Matrix</a:t>
              </a:r>
              <a:endParaRPr lang="en-US" altLang="ko-KR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  <a:p>
              <a:pPr marL="457200" lvl="1" indent="-457200" latinLnBrk="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2400" spc="-2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Most classification errors occurred between classes (a) and (b).</a:t>
              </a:r>
            </a:p>
            <a:p>
              <a:pPr marL="457200" lvl="1" indent="-457200" latinLnBrk="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2400" b="1" spc="-2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During training, the sparse boundary-contact signal between adjacent A–B voxels can be weakened or lost.</a:t>
              </a:r>
            </a:p>
          </p:txBody>
        </p:sp>
      </p:grpSp>
      <p:pic>
        <p:nvPicPr>
          <p:cNvPr id="105" name="그림 104">
            <a:extLst>
              <a:ext uri="{FF2B5EF4-FFF2-40B4-BE49-F238E27FC236}">
                <a16:creationId xmlns:a16="http://schemas.microsoft.com/office/drawing/2014/main" id="{EDA6951C-6BDE-4880-80FF-A41CFA36D08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484" t="5623" r="327" b="17085"/>
          <a:stretch/>
        </p:blipFill>
        <p:spPr>
          <a:xfrm>
            <a:off x="1365997" y="37619426"/>
            <a:ext cx="13900752" cy="4045177"/>
          </a:xfrm>
          <a:prstGeom prst="rect">
            <a:avLst/>
          </a:prstGeom>
        </p:spPr>
      </p:pic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79A52DED-5BE1-4F73-9BE4-158F2361A620}"/>
              </a:ext>
            </a:extLst>
          </p:cNvPr>
          <p:cNvSpPr/>
          <p:nvPr/>
        </p:nvSpPr>
        <p:spPr>
          <a:xfrm>
            <a:off x="1812433" y="41026635"/>
            <a:ext cx="1623708" cy="103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64</a:t>
            </a:r>
            <a:r>
              <a:rPr lang="en-US" altLang="ko-KR" sz="1400" baseline="30000">
                <a:solidFill>
                  <a:schemeClr val="tx1"/>
                </a:solidFill>
              </a:rPr>
              <a:t>3</a:t>
            </a:r>
            <a:r>
              <a:rPr lang="en-US" altLang="ko-KR" sz="1400">
                <a:solidFill>
                  <a:schemeClr val="tx1"/>
                </a:solidFill>
              </a:rPr>
              <a:t> voxel</a:t>
            </a:r>
          </a:p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C=4</a:t>
            </a:r>
          </a:p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Input</a:t>
            </a:r>
          </a:p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678A4BA0-8EE5-4121-BD90-8493C27B6C92}"/>
              </a:ext>
            </a:extLst>
          </p:cNvPr>
          <p:cNvSpPr/>
          <p:nvPr/>
        </p:nvSpPr>
        <p:spPr>
          <a:xfrm>
            <a:off x="3996922" y="41026634"/>
            <a:ext cx="1623708" cy="1031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32</a:t>
            </a:r>
            <a:r>
              <a:rPr lang="en-US" altLang="ko-KR" sz="1400" baseline="30000">
                <a:solidFill>
                  <a:schemeClr val="tx1"/>
                </a:solidFill>
              </a:rPr>
              <a:t>3</a:t>
            </a:r>
          </a:p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C=16</a:t>
            </a:r>
          </a:p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Conv Block 1</a:t>
            </a:r>
          </a:p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CA977F1C-CCC0-4D0B-ADE5-E9CC8273E423}"/>
              </a:ext>
            </a:extLst>
          </p:cNvPr>
          <p:cNvSpPr/>
          <p:nvPr/>
        </p:nvSpPr>
        <p:spPr>
          <a:xfrm>
            <a:off x="5810693" y="40947325"/>
            <a:ext cx="1623708" cy="1031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(b) Meet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6AB1042A-D008-4BB5-B7F1-EC6D5DAD58A6}"/>
              </a:ext>
            </a:extLst>
          </p:cNvPr>
          <p:cNvSpPr/>
          <p:nvPr/>
        </p:nvSpPr>
        <p:spPr>
          <a:xfrm>
            <a:off x="7632140" y="40947325"/>
            <a:ext cx="1623708" cy="1031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(b) Meet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DDD60659-5DBA-45F7-8069-6A41636B79F4}"/>
              </a:ext>
            </a:extLst>
          </p:cNvPr>
          <p:cNvSpPr/>
          <p:nvPr/>
        </p:nvSpPr>
        <p:spPr>
          <a:xfrm>
            <a:off x="9427635" y="40947325"/>
            <a:ext cx="1623708" cy="1031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(b) Meet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4A34B64F-11B1-46DC-8218-154D101641E9}"/>
              </a:ext>
            </a:extLst>
          </p:cNvPr>
          <p:cNvSpPr/>
          <p:nvPr/>
        </p:nvSpPr>
        <p:spPr>
          <a:xfrm>
            <a:off x="11150739" y="40947325"/>
            <a:ext cx="1623708" cy="1031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(b) Meet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F5EA2C5-AF96-4EEA-B86E-9A319D0F03C9}"/>
              </a:ext>
            </a:extLst>
          </p:cNvPr>
          <p:cNvSpPr/>
          <p:nvPr/>
        </p:nvSpPr>
        <p:spPr>
          <a:xfrm>
            <a:off x="12479914" y="40947325"/>
            <a:ext cx="1623708" cy="1031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(b) Meet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8F1FD09E-79E9-4B0E-ACCE-4A3302253BFF}"/>
              </a:ext>
            </a:extLst>
          </p:cNvPr>
          <p:cNvSpPr/>
          <p:nvPr/>
        </p:nvSpPr>
        <p:spPr>
          <a:xfrm>
            <a:off x="13936613" y="40964160"/>
            <a:ext cx="1238964" cy="1031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(b) Meet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F2A1BC04-48F4-43B0-B712-0DD8688E2675}"/>
              </a:ext>
            </a:extLst>
          </p:cNvPr>
          <p:cNvSpPr/>
          <p:nvPr/>
        </p:nvSpPr>
        <p:spPr>
          <a:xfrm>
            <a:off x="5766502" y="41026634"/>
            <a:ext cx="1623708" cy="1031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16</a:t>
            </a:r>
            <a:r>
              <a:rPr lang="en-US" altLang="ko-KR" sz="1400" baseline="30000">
                <a:solidFill>
                  <a:schemeClr val="tx1"/>
                </a:solidFill>
              </a:rPr>
              <a:t>3</a:t>
            </a:r>
          </a:p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C=32</a:t>
            </a:r>
          </a:p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Conv Block 2</a:t>
            </a:r>
          </a:p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578FEAD2-BEEC-498D-8F52-435286B3AA3F}"/>
              </a:ext>
            </a:extLst>
          </p:cNvPr>
          <p:cNvSpPr/>
          <p:nvPr/>
        </p:nvSpPr>
        <p:spPr>
          <a:xfrm>
            <a:off x="7747285" y="41026634"/>
            <a:ext cx="1623708" cy="1031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8</a:t>
            </a:r>
            <a:r>
              <a:rPr lang="en-US" altLang="ko-KR" sz="1400" baseline="30000">
                <a:solidFill>
                  <a:schemeClr val="tx1"/>
                </a:solidFill>
              </a:rPr>
              <a:t>3</a:t>
            </a:r>
          </a:p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C=64</a:t>
            </a:r>
          </a:p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Conv Block 3</a:t>
            </a:r>
          </a:p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55A9D291-E61D-4400-974C-128B4CE88D70}"/>
              </a:ext>
            </a:extLst>
          </p:cNvPr>
          <p:cNvSpPr/>
          <p:nvPr/>
        </p:nvSpPr>
        <p:spPr>
          <a:xfrm>
            <a:off x="9621031" y="41026634"/>
            <a:ext cx="1623708" cy="1031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8</a:t>
            </a:r>
            <a:r>
              <a:rPr lang="en-US" altLang="ko-KR" sz="1400" baseline="30000">
                <a:solidFill>
                  <a:schemeClr val="tx1"/>
                </a:solidFill>
              </a:rPr>
              <a:t>3</a:t>
            </a:r>
          </a:p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C=128</a:t>
            </a:r>
          </a:p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Conv Block 3</a:t>
            </a:r>
          </a:p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D395779C-D3AD-45E8-88F0-7E860CEC74C8}"/>
              </a:ext>
            </a:extLst>
          </p:cNvPr>
          <p:cNvSpPr/>
          <p:nvPr/>
        </p:nvSpPr>
        <p:spPr>
          <a:xfrm>
            <a:off x="11287017" y="41230277"/>
            <a:ext cx="1623708" cy="1031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1</a:t>
            </a:r>
            <a:r>
              <a:rPr lang="en-US" altLang="ko-KR" sz="1400" baseline="30000">
                <a:solidFill>
                  <a:schemeClr val="tx1"/>
                </a:solidFill>
              </a:rPr>
              <a:t>3</a:t>
            </a:r>
            <a:endParaRPr lang="en-US" altLang="ko-KR" sz="140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C=128</a:t>
            </a:r>
          </a:p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Global Average</a:t>
            </a:r>
          </a:p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Pooling</a:t>
            </a:r>
          </a:p>
          <a:p>
            <a:pPr algn="ctr"/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AF318CC0-C628-4840-9EC7-83A244E30C8E}"/>
              </a:ext>
            </a:extLst>
          </p:cNvPr>
          <p:cNvSpPr/>
          <p:nvPr/>
        </p:nvSpPr>
        <p:spPr>
          <a:xfrm>
            <a:off x="12891047" y="40915804"/>
            <a:ext cx="1076297" cy="1362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64</a:t>
            </a:r>
          </a:p>
          <a:p>
            <a:pPr algn="ctr">
              <a:lnSpc>
                <a:spcPct val="150000"/>
              </a:lnSpc>
            </a:pPr>
            <a:endParaRPr lang="en-US" altLang="ko-KR" sz="140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FC Layer +</a:t>
            </a:r>
          </a:p>
          <a:p>
            <a:pPr algn="ctr"/>
            <a:r>
              <a:rPr lang="en-US" altLang="ko-KR" sz="1400">
                <a:solidFill>
                  <a:schemeClr val="tx1"/>
                </a:solidFill>
              </a:rPr>
              <a:t>Dropout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1A4E0134-60F1-402B-8191-05D774A82E8D}"/>
              </a:ext>
            </a:extLst>
          </p:cNvPr>
          <p:cNvSpPr/>
          <p:nvPr/>
        </p:nvSpPr>
        <p:spPr>
          <a:xfrm>
            <a:off x="14044924" y="40947325"/>
            <a:ext cx="1207774" cy="1362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6</a:t>
            </a:r>
          </a:p>
          <a:p>
            <a:pPr algn="ctr">
              <a:lnSpc>
                <a:spcPct val="150000"/>
              </a:lnSpc>
            </a:pPr>
            <a:endParaRPr lang="en-US" altLang="ko-KR" sz="140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Output</a:t>
            </a:r>
          </a:p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(6 relations)</a:t>
            </a:r>
            <a:endParaRPr lang="ko-KR" altLang="en-US" sz="1400">
              <a:solidFill>
                <a:schemeClr val="tx1"/>
              </a:solidFill>
            </a:endParaRPr>
          </a:p>
        </p:txBody>
      </p: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CD84CA12-03AD-41B0-BFA5-DB17CF7F0CB0}"/>
              </a:ext>
            </a:extLst>
          </p:cNvPr>
          <p:cNvGrpSpPr/>
          <p:nvPr/>
        </p:nvGrpSpPr>
        <p:grpSpPr>
          <a:xfrm>
            <a:off x="961697" y="31238811"/>
            <a:ext cx="9636388" cy="4681826"/>
            <a:chOff x="1421195" y="919860"/>
            <a:chExt cx="9636388" cy="4681826"/>
          </a:xfrm>
        </p:grpSpPr>
        <p:sp>
          <p:nvSpPr>
            <p:cNvPr id="272" name="타원 271">
              <a:extLst>
                <a:ext uri="{FF2B5EF4-FFF2-40B4-BE49-F238E27FC236}">
                  <a16:creationId xmlns:a16="http://schemas.microsoft.com/office/drawing/2014/main" id="{CCC99358-14DA-49DF-8610-F07C02DFEF13}"/>
                </a:ext>
              </a:extLst>
            </p:cNvPr>
            <p:cNvSpPr/>
            <p:nvPr/>
          </p:nvSpPr>
          <p:spPr>
            <a:xfrm>
              <a:off x="2000634" y="2264521"/>
              <a:ext cx="306845" cy="29457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3" name="타원 272">
              <a:extLst>
                <a:ext uri="{FF2B5EF4-FFF2-40B4-BE49-F238E27FC236}">
                  <a16:creationId xmlns:a16="http://schemas.microsoft.com/office/drawing/2014/main" id="{223A7395-42DD-4EEF-B5FB-94C53CC3FA95}"/>
                </a:ext>
              </a:extLst>
            </p:cNvPr>
            <p:cNvSpPr/>
            <p:nvPr/>
          </p:nvSpPr>
          <p:spPr>
            <a:xfrm>
              <a:off x="2000633" y="2797925"/>
              <a:ext cx="306845" cy="29457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4" name="타원 273">
              <a:extLst>
                <a:ext uri="{FF2B5EF4-FFF2-40B4-BE49-F238E27FC236}">
                  <a16:creationId xmlns:a16="http://schemas.microsoft.com/office/drawing/2014/main" id="{F5E087B6-D7CE-4989-B2FD-804E82580F0B}"/>
                </a:ext>
              </a:extLst>
            </p:cNvPr>
            <p:cNvSpPr/>
            <p:nvPr/>
          </p:nvSpPr>
          <p:spPr>
            <a:xfrm>
              <a:off x="2000633" y="3335157"/>
              <a:ext cx="306845" cy="29457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5" name="타원 274">
              <a:extLst>
                <a:ext uri="{FF2B5EF4-FFF2-40B4-BE49-F238E27FC236}">
                  <a16:creationId xmlns:a16="http://schemas.microsoft.com/office/drawing/2014/main" id="{8F341D04-965C-4136-A7F4-582AFFC47F39}"/>
                </a:ext>
              </a:extLst>
            </p:cNvPr>
            <p:cNvSpPr/>
            <p:nvPr/>
          </p:nvSpPr>
          <p:spPr>
            <a:xfrm>
              <a:off x="2000633" y="4226163"/>
              <a:ext cx="306845" cy="29457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6" name="타원 275">
              <a:extLst>
                <a:ext uri="{FF2B5EF4-FFF2-40B4-BE49-F238E27FC236}">
                  <a16:creationId xmlns:a16="http://schemas.microsoft.com/office/drawing/2014/main" id="{9D25666F-8A8C-4FCF-AA51-9215C315FCCF}"/>
                </a:ext>
              </a:extLst>
            </p:cNvPr>
            <p:cNvSpPr/>
            <p:nvPr/>
          </p:nvSpPr>
          <p:spPr>
            <a:xfrm>
              <a:off x="3678760" y="2368848"/>
              <a:ext cx="306845" cy="2945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7" name="타원 276">
              <a:extLst>
                <a:ext uri="{FF2B5EF4-FFF2-40B4-BE49-F238E27FC236}">
                  <a16:creationId xmlns:a16="http://schemas.microsoft.com/office/drawing/2014/main" id="{D55D6D55-0EB8-4668-BD82-F85A716AB6A1}"/>
                </a:ext>
              </a:extLst>
            </p:cNvPr>
            <p:cNvSpPr/>
            <p:nvPr/>
          </p:nvSpPr>
          <p:spPr>
            <a:xfrm>
              <a:off x="3678761" y="2974997"/>
              <a:ext cx="306845" cy="2945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8" name="타원 277">
              <a:extLst>
                <a:ext uri="{FF2B5EF4-FFF2-40B4-BE49-F238E27FC236}">
                  <a16:creationId xmlns:a16="http://schemas.microsoft.com/office/drawing/2014/main" id="{069E9658-6796-4611-991C-37034E20E26D}"/>
                </a:ext>
              </a:extLst>
            </p:cNvPr>
            <p:cNvSpPr/>
            <p:nvPr/>
          </p:nvSpPr>
          <p:spPr>
            <a:xfrm>
              <a:off x="3678760" y="4226163"/>
              <a:ext cx="306845" cy="2945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9" name="사각형: 둥근 모서리 278">
              <a:extLst>
                <a:ext uri="{FF2B5EF4-FFF2-40B4-BE49-F238E27FC236}">
                  <a16:creationId xmlns:a16="http://schemas.microsoft.com/office/drawing/2014/main" id="{148AD7A2-19F8-470F-A611-FB26F6862D90}"/>
                </a:ext>
              </a:extLst>
            </p:cNvPr>
            <p:cNvSpPr/>
            <p:nvPr/>
          </p:nvSpPr>
          <p:spPr>
            <a:xfrm>
              <a:off x="1811031" y="2086550"/>
              <a:ext cx="699015" cy="2608188"/>
            </a:xfrm>
            <a:prstGeom prst="round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0" name="사각형: 둥근 모서리 279">
              <a:extLst>
                <a:ext uri="{FF2B5EF4-FFF2-40B4-BE49-F238E27FC236}">
                  <a16:creationId xmlns:a16="http://schemas.microsoft.com/office/drawing/2014/main" id="{697500B0-E843-42D5-9805-1FF69E32FA7A}"/>
                </a:ext>
              </a:extLst>
            </p:cNvPr>
            <p:cNvSpPr/>
            <p:nvPr/>
          </p:nvSpPr>
          <p:spPr>
            <a:xfrm>
              <a:off x="3476189" y="2086550"/>
              <a:ext cx="673077" cy="2608188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81" name="직선 화살표 연결선 280">
              <a:extLst>
                <a:ext uri="{FF2B5EF4-FFF2-40B4-BE49-F238E27FC236}">
                  <a16:creationId xmlns:a16="http://schemas.microsoft.com/office/drawing/2014/main" id="{DD984845-B723-43C3-8EF4-ACD2BC8E64F7}"/>
                </a:ext>
              </a:extLst>
            </p:cNvPr>
            <p:cNvCxnSpPr>
              <a:cxnSpLocks/>
              <a:stCxn id="272" idx="6"/>
            </p:cNvCxnSpPr>
            <p:nvPr/>
          </p:nvCxnSpPr>
          <p:spPr>
            <a:xfrm>
              <a:off x="2307479" y="2411807"/>
              <a:ext cx="1371281" cy="1472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직선 화살표 연결선 281">
              <a:extLst>
                <a:ext uri="{FF2B5EF4-FFF2-40B4-BE49-F238E27FC236}">
                  <a16:creationId xmlns:a16="http://schemas.microsoft.com/office/drawing/2014/main" id="{5D757959-212A-4C19-B102-990A9D53731E}"/>
                </a:ext>
              </a:extLst>
            </p:cNvPr>
            <p:cNvCxnSpPr>
              <a:cxnSpLocks/>
              <a:stCxn id="272" idx="6"/>
            </p:cNvCxnSpPr>
            <p:nvPr/>
          </p:nvCxnSpPr>
          <p:spPr>
            <a:xfrm>
              <a:off x="2307479" y="2411807"/>
              <a:ext cx="1371281" cy="7364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직선 화살표 연결선 282">
              <a:extLst>
                <a:ext uri="{FF2B5EF4-FFF2-40B4-BE49-F238E27FC236}">
                  <a16:creationId xmlns:a16="http://schemas.microsoft.com/office/drawing/2014/main" id="{E01FCC1B-D0A4-4E47-AEC5-A2E94F032A08}"/>
                </a:ext>
              </a:extLst>
            </p:cNvPr>
            <p:cNvCxnSpPr>
              <a:cxnSpLocks/>
            </p:cNvCxnSpPr>
            <p:nvPr/>
          </p:nvCxnSpPr>
          <p:spPr>
            <a:xfrm>
              <a:off x="2307476" y="2411807"/>
              <a:ext cx="1371281" cy="20129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직선 화살표 연결선 283">
              <a:extLst>
                <a:ext uri="{FF2B5EF4-FFF2-40B4-BE49-F238E27FC236}">
                  <a16:creationId xmlns:a16="http://schemas.microsoft.com/office/drawing/2014/main" id="{E45BF876-B776-46D0-94A7-7284F555EED3}"/>
                </a:ext>
              </a:extLst>
            </p:cNvPr>
            <p:cNvCxnSpPr>
              <a:cxnSpLocks/>
              <a:stCxn id="273" idx="6"/>
            </p:cNvCxnSpPr>
            <p:nvPr/>
          </p:nvCxnSpPr>
          <p:spPr>
            <a:xfrm flipV="1">
              <a:off x="2307478" y="2559093"/>
              <a:ext cx="1371279" cy="3861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직선 화살표 연결선 284">
              <a:extLst>
                <a:ext uri="{FF2B5EF4-FFF2-40B4-BE49-F238E27FC236}">
                  <a16:creationId xmlns:a16="http://schemas.microsoft.com/office/drawing/2014/main" id="{0C8FC432-EF08-4E46-B78F-BDDCBD5164B7}"/>
                </a:ext>
              </a:extLst>
            </p:cNvPr>
            <p:cNvCxnSpPr>
              <a:cxnSpLocks/>
              <a:endCxn id="277" idx="2"/>
            </p:cNvCxnSpPr>
            <p:nvPr/>
          </p:nvCxnSpPr>
          <p:spPr>
            <a:xfrm>
              <a:off x="2307472" y="2945211"/>
              <a:ext cx="1371289" cy="1770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직선 화살표 연결선 285">
              <a:extLst>
                <a:ext uri="{FF2B5EF4-FFF2-40B4-BE49-F238E27FC236}">
                  <a16:creationId xmlns:a16="http://schemas.microsoft.com/office/drawing/2014/main" id="{0D8B2C64-4D52-4631-9E04-288BFCD985CB}"/>
                </a:ext>
              </a:extLst>
            </p:cNvPr>
            <p:cNvCxnSpPr>
              <a:cxnSpLocks/>
            </p:cNvCxnSpPr>
            <p:nvPr/>
          </p:nvCxnSpPr>
          <p:spPr>
            <a:xfrm>
              <a:off x="2307468" y="2945211"/>
              <a:ext cx="1371279" cy="147950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직선 화살표 연결선 286">
              <a:extLst>
                <a:ext uri="{FF2B5EF4-FFF2-40B4-BE49-F238E27FC236}">
                  <a16:creationId xmlns:a16="http://schemas.microsoft.com/office/drawing/2014/main" id="{DB4F92D9-7704-4F26-81BE-99F010935895}"/>
                </a:ext>
              </a:extLst>
            </p:cNvPr>
            <p:cNvCxnSpPr>
              <a:cxnSpLocks/>
              <a:stCxn id="274" idx="6"/>
            </p:cNvCxnSpPr>
            <p:nvPr/>
          </p:nvCxnSpPr>
          <p:spPr>
            <a:xfrm>
              <a:off x="2307478" y="3482443"/>
              <a:ext cx="1371269" cy="9175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직선 화살표 연결선 287">
              <a:extLst>
                <a:ext uri="{FF2B5EF4-FFF2-40B4-BE49-F238E27FC236}">
                  <a16:creationId xmlns:a16="http://schemas.microsoft.com/office/drawing/2014/main" id="{22104A5C-64B8-4B74-B171-42A3649E2AA8}"/>
                </a:ext>
              </a:extLst>
            </p:cNvPr>
            <p:cNvCxnSpPr>
              <a:cxnSpLocks/>
              <a:stCxn id="274" idx="6"/>
            </p:cNvCxnSpPr>
            <p:nvPr/>
          </p:nvCxnSpPr>
          <p:spPr>
            <a:xfrm flipV="1">
              <a:off x="2307478" y="3122283"/>
              <a:ext cx="1371269" cy="3601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화살표 연결선 288">
              <a:extLst>
                <a:ext uri="{FF2B5EF4-FFF2-40B4-BE49-F238E27FC236}">
                  <a16:creationId xmlns:a16="http://schemas.microsoft.com/office/drawing/2014/main" id="{F36657CA-9CEB-4C38-BA54-82AAA9E565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7458" y="2516134"/>
              <a:ext cx="1371269" cy="9663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화살표 연결선 289">
              <a:extLst>
                <a:ext uri="{FF2B5EF4-FFF2-40B4-BE49-F238E27FC236}">
                  <a16:creationId xmlns:a16="http://schemas.microsoft.com/office/drawing/2014/main" id="{DBE38CA3-C6A9-477F-802E-6A00034F3086}"/>
                </a:ext>
              </a:extLst>
            </p:cNvPr>
            <p:cNvCxnSpPr>
              <a:cxnSpLocks/>
              <a:stCxn id="275" idx="6"/>
            </p:cNvCxnSpPr>
            <p:nvPr/>
          </p:nvCxnSpPr>
          <p:spPr>
            <a:xfrm>
              <a:off x="2307478" y="4373449"/>
              <a:ext cx="137124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직선 화살표 연결선 290">
              <a:extLst>
                <a:ext uri="{FF2B5EF4-FFF2-40B4-BE49-F238E27FC236}">
                  <a16:creationId xmlns:a16="http://schemas.microsoft.com/office/drawing/2014/main" id="{25E22A68-776A-4003-8C5E-D903579E0B09}"/>
                </a:ext>
              </a:extLst>
            </p:cNvPr>
            <p:cNvCxnSpPr>
              <a:cxnSpLocks/>
              <a:stCxn id="275" idx="6"/>
              <a:endCxn id="277" idx="2"/>
            </p:cNvCxnSpPr>
            <p:nvPr/>
          </p:nvCxnSpPr>
          <p:spPr>
            <a:xfrm flipV="1">
              <a:off x="2307478" y="3122283"/>
              <a:ext cx="1371283" cy="12511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직선 화살표 연결선 291">
              <a:extLst>
                <a:ext uri="{FF2B5EF4-FFF2-40B4-BE49-F238E27FC236}">
                  <a16:creationId xmlns:a16="http://schemas.microsoft.com/office/drawing/2014/main" id="{3D8FDC58-0617-49E1-9FC0-699B0E2A9356}"/>
                </a:ext>
              </a:extLst>
            </p:cNvPr>
            <p:cNvCxnSpPr>
              <a:cxnSpLocks/>
              <a:stCxn id="275" idx="6"/>
              <a:endCxn id="276" idx="2"/>
            </p:cNvCxnSpPr>
            <p:nvPr/>
          </p:nvCxnSpPr>
          <p:spPr>
            <a:xfrm flipV="1">
              <a:off x="2307478" y="2516134"/>
              <a:ext cx="1371282" cy="18573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타원 292">
              <a:extLst>
                <a:ext uri="{FF2B5EF4-FFF2-40B4-BE49-F238E27FC236}">
                  <a16:creationId xmlns:a16="http://schemas.microsoft.com/office/drawing/2014/main" id="{DDCF4462-8A12-436D-9ADC-3CFA3EC03A12}"/>
                </a:ext>
              </a:extLst>
            </p:cNvPr>
            <p:cNvSpPr/>
            <p:nvPr/>
          </p:nvSpPr>
          <p:spPr>
            <a:xfrm>
              <a:off x="5273335" y="2368848"/>
              <a:ext cx="306845" cy="2945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4" name="타원 293">
              <a:extLst>
                <a:ext uri="{FF2B5EF4-FFF2-40B4-BE49-F238E27FC236}">
                  <a16:creationId xmlns:a16="http://schemas.microsoft.com/office/drawing/2014/main" id="{12F93BE4-CDF2-4B1E-8B57-95EA8ABABE69}"/>
                </a:ext>
              </a:extLst>
            </p:cNvPr>
            <p:cNvSpPr/>
            <p:nvPr/>
          </p:nvSpPr>
          <p:spPr>
            <a:xfrm>
              <a:off x="5269892" y="2974997"/>
              <a:ext cx="306845" cy="2945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5" name="타원 294">
              <a:extLst>
                <a:ext uri="{FF2B5EF4-FFF2-40B4-BE49-F238E27FC236}">
                  <a16:creationId xmlns:a16="http://schemas.microsoft.com/office/drawing/2014/main" id="{A7F2D96B-0FFF-4BC8-B9F7-BF784006E848}"/>
                </a:ext>
              </a:extLst>
            </p:cNvPr>
            <p:cNvSpPr/>
            <p:nvPr/>
          </p:nvSpPr>
          <p:spPr>
            <a:xfrm>
              <a:off x="5273335" y="4226163"/>
              <a:ext cx="306845" cy="2945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6" name="직선 화살표 연결선 295">
              <a:extLst>
                <a:ext uri="{FF2B5EF4-FFF2-40B4-BE49-F238E27FC236}">
                  <a16:creationId xmlns:a16="http://schemas.microsoft.com/office/drawing/2014/main" id="{6328B619-D0F5-4586-848A-742B3F0085AD}"/>
                </a:ext>
              </a:extLst>
            </p:cNvPr>
            <p:cNvCxnSpPr>
              <a:stCxn id="276" idx="6"/>
              <a:endCxn id="293" idx="2"/>
            </p:cNvCxnSpPr>
            <p:nvPr/>
          </p:nvCxnSpPr>
          <p:spPr>
            <a:xfrm>
              <a:off x="3985605" y="2516134"/>
              <a:ext cx="128773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화살표 연결선 296">
              <a:extLst>
                <a:ext uri="{FF2B5EF4-FFF2-40B4-BE49-F238E27FC236}">
                  <a16:creationId xmlns:a16="http://schemas.microsoft.com/office/drawing/2014/main" id="{949EC432-48CD-474F-95A1-AC4631078D91}"/>
                </a:ext>
              </a:extLst>
            </p:cNvPr>
            <p:cNvCxnSpPr>
              <a:cxnSpLocks/>
              <a:endCxn id="294" idx="2"/>
            </p:cNvCxnSpPr>
            <p:nvPr/>
          </p:nvCxnSpPr>
          <p:spPr>
            <a:xfrm>
              <a:off x="3985605" y="2516134"/>
              <a:ext cx="1284287" cy="60614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직선 화살표 연결선 297">
              <a:extLst>
                <a:ext uri="{FF2B5EF4-FFF2-40B4-BE49-F238E27FC236}">
                  <a16:creationId xmlns:a16="http://schemas.microsoft.com/office/drawing/2014/main" id="{6D7539C4-8ACC-4958-86B9-2D1D2CA5BE33}"/>
                </a:ext>
              </a:extLst>
            </p:cNvPr>
            <p:cNvCxnSpPr>
              <a:cxnSpLocks/>
              <a:stCxn id="276" idx="6"/>
              <a:endCxn id="295" idx="2"/>
            </p:cNvCxnSpPr>
            <p:nvPr/>
          </p:nvCxnSpPr>
          <p:spPr>
            <a:xfrm>
              <a:off x="3985605" y="2516134"/>
              <a:ext cx="1287730" cy="18573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직선 화살표 연결선 298">
              <a:extLst>
                <a:ext uri="{FF2B5EF4-FFF2-40B4-BE49-F238E27FC236}">
                  <a16:creationId xmlns:a16="http://schemas.microsoft.com/office/drawing/2014/main" id="{11ED92E2-A0FA-4DE4-A9A8-34B0D6663768}"/>
                </a:ext>
              </a:extLst>
            </p:cNvPr>
            <p:cNvCxnSpPr>
              <a:cxnSpLocks/>
              <a:stCxn id="277" idx="6"/>
              <a:endCxn id="293" idx="2"/>
            </p:cNvCxnSpPr>
            <p:nvPr/>
          </p:nvCxnSpPr>
          <p:spPr>
            <a:xfrm flipV="1">
              <a:off x="3985606" y="2516134"/>
              <a:ext cx="1287729" cy="60614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직선 화살표 연결선 299">
              <a:extLst>
                <a:ext uri="{FF2B5EF4-FFF2-40B4-BE49-F238E27FC236}">
                  <a16:creationId xmlns:a16="http://schemas.microsoft.com/office/drawing/2014/main" id="{391331EA-777A-41E3-91BA-30B63F281E5F}"/>
                </a:ext>
              </a:extLst>
            </p:cNvPr>
            <p:cNvCxnSpPr>
              <a:cxnSpLocks/>
              <a:stCxn id="277" idx="6"/>
              <a:endCxn id="294" idx="2"/>
            </p:cNvCxnSpPr>
            <p:nvPr/>
          </p:nvCxnSpPr>
          <p:spPr>
            <a:xfrm>
              <a:off x="3985606" y="3122283"/>
              <a:ext cx="128428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직선 화살표 연결선 300">
              <a:extLst>
                <a:ext uri="{FF2B5EF4-FFF2-40B4-BE49-F238E27FC236}">
                  <a16:creationId xmlns:a16="http://schemas.microsoft.com/office/drawing/2014/main" id="{6F25FFE4-957E-490C-A969-2487007E3987}"/>
                </a:ext>
              </a:extLst>
            </p:cNvPr>
            <p:cNvCxnSpPr>
              <a:cxnSpLocks/>
              <a:stCxn id="277" idx="6"/>
              <a:endCxn id="295" idx="2"/>
            </p:cNvCxnSpPr>
            <p:nvPr/>
          </p:nvCxnSpPr>
          <p:spPr>
            <a:xfrm>
              <a:off x="3985606" y="3122283"/>
              <a:ext cx="1287729" cy="12511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직선 화살표 연결선 301">
              <a:extLst>
                <a:ext uri="{FF2B5EF4-FFF2-40B4-BE49-F238E27FC236}">
                  <a16:creationId xmlns:a16="http://schemas.microsoft.com/office/drawing/2014/main" id="{6BB6CAA8-D84A-4190-86FD-6A3D10A60B06}"/>
                </a:ext>
              </a:extLst>
            </p:cNvPr>
            <p:cNvCxnSpPr>
              <a:cxnSpLocks/>
              <a:stCxn id="278" idx="6"/>
              <a:endCxn id="295" idx="2"/>
            </p:cNvCxnSpPr>
            <p:nvPr/>
          </p:nvCxnSpPr>
          <p:spPr>
            <a:xfrm>
              <a:off x="3985605" y="4373449"/>
              <a:ext cx="128773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직선 화살표 연결선 302">
              <a:extLst>
                <a:ext uri="{FF2B5EF4-FFF2-40B4-BE49-F238E27FC236}">
                  <a16:creationId xmlns:a16="http://schemas.microsoft.com/office/drawing/2014/main" id="{1C358C33-2457-4CE0-8A72-C109EE270B4A}"/>
                </a:ext>
              </a:extLst>
            </p:cNvPr>
            <p:cNvCxnSpPr>
              <a:cxnSpLocks/>
              <a:stCxn id="278" idx="6"/>
              <a:endCxn id="294" idx="2"/>
            </p:cNvCxnSpPr>
            <p:nvPr/>
          </p:nvCxnSpPr>
          <p:spPr>
            <a:xfrm flipV="1">
              <a:off x="3985605" y="3122283"/>
              <a:ext cx="1284287" cy="12511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직선 화살표 연결선 303">
              <a:extLst>
                <a:ext uri="{FF2B5EF4-FFF2-40B4-BE49-F238E27FC236}">
                  <a16:creationId xmlns:a16="http://schemas.microsoft.com/office/drawing/2014/main" id="{BA94701D-53DA-4A82-AFAF-726022FBD56F}"/>
                </a:ext>
              </a:extLst>
            </p:cNvPr>
            <p:cNvCxnSpPr>
              <a:cxnSpLocks/>
              <a:stCxn id="278" idx="6"/>
              <a:endCxn id="293" idx="2"/>
            </p:cNvCxnSpPr>
            <p:nvPr/>
          </p:nvCxnSpPr>
          <p:spPr>
            <a:xfrm flipV="1">
              <a:off x="3985605" y="2516134"/>
              <a:ext cx="1287730" cy="18573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5" name="사각형: 둥근 모서리 304">
              <a:extLst>
                <a:ext uri="{FF2B5EF4-FFF2-40B4-BE49-F238E27FC236}">
                  <a16:creationId xmlns:a16="http://schemas.microsoft.com/office/drawing/2014/main" id="{E6EC6FEC-3EFA-4C95-A843-D15849A54DFD}"/>
                </a:ext>
              </a:extLst>
            </p:cNvPr>
            <p:cNvSpPr/>
            <p:nvPr/>
          </p:nvSpPr>
          <p:spPr>
            <a:xfrm>
              <a:off x="5026415" y="2086550"/>
              <a:ext cx="687332" cy="2608188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E5BC3FC5-3160-406E-8850-99723779E432}"/>
                </a:ext>
              </a:extLst>
            </p:cNvPr>
            <p:cNvSpPr txBox="1"/>
            <p:nvPr/>
          </p:nvSpPr>
          <p:spPr>
            <a:xfrm>
              <a:off x="6172381" y="2710581"/>
              <a:ext cx="6873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ko-KR" altLang="en-US" sz="3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" name="타원 306">
              <a:extLst>
                <a:ext uri="{FF2B5EF4-FFF2-40B4-BE49-F238E27FC236}">
                  <a16:creationId xmlns:a16="http://schemas.microsoft.com/office/drawing/2014/main" id="{54B01577-A6A0-465E-A474-032D3766B5D8}"/>
                </a:ext>
              </a:extLst>
            </p:cNvPr>
            <p:cNvSpPr/>
            <p:nvPr/>
          </p:nvSpPr>
          <p:spPr>
            <a:xfrm>
              <a:off x="7214340" y="2368848"/>
              <a:ext cx="306845" cy="2945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0" name="타원 309">
              <a:extLst>
                <a:ext uri="{FF2B5EF4-FFF2-40B4-BE49-F238E27FC236}">
                  <a16:creationId xmlns:a16="http://schemas.microsoft.com/office/drawing/2014/main" id="{ACB8B0BC-B0FA-413C-8154-44DF249681DC}"/>
                </a:ext>
              </a:extLst>
            </p:cNvPr>
            <p:cNvSpPr/>
            <p:nvPr/>
          </p:nvSpPr>
          <p:spPr>
            <a:xfrm>
              <a:off x="7210897" y="2974997"/>
              <a:ext cx="306845" cy="2945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1" name="타원 310">
              <a:extLst>
                <a:ext uri="{FF2B5EF4-FFF2-40B4-BE49-F238E27FC236}">
                  <a16:creationId xmlns:a16="http://schemas.microsoft.com/office/drawing/2014/main" id="{61D3CE16-84EB-4DD5-8C43-10AF0FE8ED6F}"/>
                </a:ext>
              </a:extLst>
            </p:cNvPr>
            <p:cNvSpPr/>
            <p:nvPr/>
          </p:nvSpPr>
          <p:spPr>
            <a:xfrm>
              <a:off x="7214340" y="4226163"/>
              <a:ext cx="306845" cy="2945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2" name="사각형: 둥근 모서리 311">
              <a:extLst>
                <a:ext uri="{FF2B5EF4-FFF2-40B4-BE49-F238E27FC236}">
                  <a16:creationId xmlns:a16="http://schemas.microsoft.com/office/drawing/2014/main" id="{DF85D516-F046-4334-AA2D-19C706A06019}"/>
                </a:ext>
              </a:extLst>
            </p:cNvPr>
            <p:cNvSpPr/>
            <p:nvPr/>
          </p:nvSpPr>
          <p:spPr>
            <a:xfrm>
              <a:off x="7001774" y="2086550"/>
              <a:ext cx="687333" cy="2608188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9D78986A-A0E9-48F7-ADC3-B684159E9232}"/>
                </a:ext>
              </a:extLst>
            </p:cNvPr>
            <p:cNvSpPr txBox="1"/>
            <p:nvPr/>
          </p:nvSpPr>
          <p:spPr>
            <a:xfrm rot="5400000">
              <a:off x="1969716" y="3704956"/>
              <a:ext cx="68733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36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ko-KR" altLang="en-US" sz="3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3452FE79-CC4A-469A-B3CF-373245CD8673}"/>
                </a:ext>
              </a:extLst>
            </p:cNvPr>
            <p:cNvSpPr txBox="1"/>
            <p:nvPr/>
          </p:nvSpPr>
          <p:spPr>
            <a:xfrm rot="5400000">
              <a:off x="3622405" y="3561256"/>
              <a:ext cx="6873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ko-KR" altLang="en-US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AF90A99E-2593-4BB5-BBDA-4D7FB99EACAA}"/>
                </a:ext>
              </a:extLst>
            </p:cNvPr>
            <p:cNvSpPr txBox="1"/>
            <p:nvPr/>
          </p:nvSpPr>
          <p:spPr>
            <a:xfrm rot="5400000">
              <a:off x="5207508" y="3559330"/>
              <a:ext cx="6873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ko-KR" altLang="en-US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6" name="사각형: 둥근 모서리 315">
              <a:extLst>
                <a:ext uri="{FF2B5EF4-FFF2-40B4-BE49-F238E27FC236}">
                  <a16:creationId xmlns:a16="http://schemas.microsoft.com/office/drawing/2014/main" id="{5724FC93-5A06-42EF-BF35-2F5096639F7D}"/>
                </a:ext>
              </a:extLst>
            </p:cNvPr>
            <p:cNvSpPr/>
            <p:nvPr/>
          </p:nvSpPr>
          <p:spPr>
            <a:xfrm>
              <a:off x="8783646" y="1650829"/>
              <a:ext cx="687332" cy="3522587"/>
            </a:xfrm>
            <a:prstGeom prst="round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7" name="타원 316">
              <a:extLst>
                <a:ext uri="{FF2B5EF4-FFF2-40B4-BE49-F238E27FC236}">
                  <a16:creationId xmlns:a16="http://schemas.microsoft.com/office/drawing/2014/main" id="{70E4EDC7-3699-435D-AB56-EC6D87598150}"/>
                </a:ext>
              </a:extLst>
            </p:cNvPr>
            <p:cNvSpPr/>
            <p:nvPr/>
          </p:nvSpPr>
          <p:spPr>
            <a:xfrm>
              <a:off x="8957609" y="1886599"/>
              <a:ext cx="306845" cy="2945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8" name="타원 317">
              <a:extLst>
                <a:ext uri="{FF2B5EF4-FFF2-40B4-BE49-F238E27FC236}">
                  <a16:creationId xmlns:a16="http://schemas.microsoft.com/office/drawing/2014/main" id="{23D1B903-6263-440B-80BF-C60F3F1AEC64}"/>
                </a:ext>
              </a:extLst>
            </p:cNvPr>
            <p:cNvSpPr/>
            <p:nvPr/>
          </p:nvSpPr>
          <p:spPr>
            <a:xfrm>
              <a:off x="8955009" y="2411807"/>
              <a:ext cx="306845" cy="2945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9" name="타원 318">
              <a:extLst>
                <a:ext uri="{FF2B5EF4-FFF2-40B4-BE49-F238E27FC236}">
                  <a16:creationId xmlns:a16="http://schemas.microsoft.com/office/drawing/2014/main" id="{8351E31C-D883-4300-8A5B-8D8B4121C233}"/>
                </a:ext>
              </a:extLst>
            </p:cNvPr>
            <p:cNvSpPr/>
            <p:nvPr/>
          </p:nvSpPr>
          <p:spPr>
            <a:xfrm>
              <a:off x="8957451" y="2956586"/>
              <a:ext cx="306845" cy="2945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0" name="타원 319">
              <a:extLst>
                <a:ext uri="{FF2B5EF4-FFF2-40B4-BE49-F238E27FC236}">
                  <a16:creationId xmlns:a16="http://schemas.microsoft.com/office/drawing/2014/main" id="{0C3F0D98-3D6A-41AA-8F53-AE7F2DBB1FAC}"/>
                </a:ext>
              </a:extLst>
            </p:cNvPr>
            <p:cNvSpPr/>
            <p:nvPr/>
          </p:nvSpPr>
          <p:spPr>
            <a:xfrm>
              <a:off x="8957451" y="3501885"/>
              <a:ext cx="306845" cy="2945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1" name="타원 320">
              <a:extLst>
                <a:ext uri="{FF2B5EF4-FFF2-40B4-BE49-F238E27FC236}">
                  <a16:creationId xmlns:a16="http://schemas.microsoft.com/office/drawing/2014/main" id="{C508BD83-81BD-4AC0-A7DF-D1CDAE3068DC}"/>
                </a:ext>
              </a:extLst>
            </p:cNvPr>
            <p:cNvSpPr/>
            <p:nvPr/>
          </p:nvSpPr>
          <p:spPr>
            <a:xfrm>
              <a:off x="8957451" y="4047184"/>
              <a:ext cx="306845" cy="2945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2" name="타원 321">
              <a:extLst>
                <a:ext uri="{FF2B5EF4-FFF2-40B4-BE49-F238E27FC236}">
                  <a16:creationId xmlns:a16="http://schemas.microsoft.com/office/drawing/2014/main" id="{A20B1B14-45E5-4342-AD8F-24663B5B79CE}"/>
                </a:ext>
              </a:extLst>
            </p:cNvPr>
            <p:cNvSpPr/>
            <p:nvPr/>
          </p:nvSpPr>
          <p:spPr>
            <a:xfrm>
              <a:off x="8955009" y="4592483"/>
              <a:ext cx="306845" cy="2945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3" name="직선 화살표 연결선 322">
              <a:extLst>
                <a:ext uri="{FF2B5EF4-FFF2-40B4-BE49-F238E27FC236}">
                  <a16:creationId xmlns:a16="http://schemas.microsoft.com/office/drawing/2014/main" id="{24B78989-A364-4069-8558-69398D8857C5}"/>
                </a:ext>
              </a:extLst>
            </p:cNvPr>
            <p:cNvCxnSpPr>
              <a:stCxn id="307" idx="6"/>
              <a:endCxn id="317" idx="2"/>
            </p:cNvCxnSpPr>
            <p:nvPr/>
          </p:nvCxnSpPr>
          <p:spPr>
            <a:xfrm flipV="1">
              <a:off x="7521185" y="2033885"/>
              <a:ext cx="1436424" cy="48224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직선 화살표 연결선 323">
              <a:extLst>
                <a:ext uri="{FF2B5EF4-FFF2-40B4-BE49-F238E27FC236}">
                  <a16:creationId xmlns:a16="http://schemas.microsoft.com/office/drawing/2014/main" id="{2E9F6AF6-8F7C-4C9C-8DE9-DBD3BAEEBD53}"/>
                </a:ext>
              </a:extLst>
            </p:cNvPr>
            <p:cNvCxnSpPr>
              <a:cxnSpLocks/>
              <a:stCxn id="310" idx="6"/>
              <a:endCxn id="317" idx="2"/>
            </p:cNvCxnSpPr>
            <p:nvPr/>
          </p:nvCxnSpPr>
          <p:spPr>
            <a:xfrm flipV="1">
              <a:off x="7517742" y="2033885"/>
              <a:ext cx="1439867" cy="10883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직선 화살표 연결선 324">
              <a:extLst>
                <a:ext uri="{FF2B5EF4-FFF2-40B4-BE49-F238E27FC236}">
                  <a16:creationId xmlns:a16="http://schemas.microsoft.com/office/drawing/2014/main" id="{910F2E64-2DE6-4FB1-818A-C6D7DAE97A27}"/>
                </a:ext>
              </a:extLst>
            </p:cNvPr>
            <p:cNvCxnSpPr>
              <a:cxnSpLocks/>
              <a:stCxn id="311" idx="6"/>
              <a:endCxn id="317" idx="2"/>
            </p:cNvCxnSpPr>
            <p:nvPr/>
          </p:nvCxnSpPr>
          <p:spPr>
            <a:xfrm flipV="1">
              <a:off x="7521185" y="2033885"/>
              <a:ext cx="1436424" cy="23395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직선 화살표 연결선 325">
              <a:extLst>
                <a:ext uri="{FF2B5EF4-FFF2-40B4-BE49-F238E27FC236}">
                  <a16:creationId xmlns:a16="http://schemas.microsoft.com/office/drawing/2014/main" id="{8B895A39-6459-490F-9CF7-6CCE4905F713}"/>
                </a:ext>
              </a:extLst>
            </p:cNvPr>
            <p:cNvCxnSpPr>
              <a:cxnSpLocks/>
              <a:stCxn id="307" idx="6"/>
              <a:endCxn id="318" idx="2"/>
            </p:cNvCxnSpPr>
            <p:nvPr/>
          </p:nvCxnSpPr>
          <p:spPr>
            <a:xfrm>
              <a:off x="7521185" y="2516134"/>
              <a:ext cx="1433824" cy="429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직선 화살표 연결선 326">
              <a:extLst>
                <a:ext uri="{FF2B5EF4-FFF2-40B4-BE49-F238E27FC236}">
                  <a16:creationId xmlns:a16="http://schemas.microsoft.com/office/drawing/2014/main" id="{597F425A-D164-4F08-80AF-860511144B25}"/>
                </a:ext>
              </a:extLst>
            </p:cNvPr>
            <p:cNvCxnSpPr>
              <a:cxnSpLocks/>
              <a:stCxn id="310" idx="6"/>
              <a:endCxn id="318" idx="2"/>
            </p:cNvCxnSpPr>
            <p:nvPr/>
          </p:nvCxnSpPr>
          <p:spPr>
            <a:xfrm flipV="1">
              <a:off x="7517742" y="2559093"/>
              <a:ext cx="1437267" cy="5631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직선 화살표 연결선 327">
              <a:extLst>
                <a:ext uri="{FF2B5EF4-FFF2-40B4-BE49-F238E27FC236}">
                  <a16:creationId xmlns:a16="http://schemas.microsoft.com/office/drawing/2014/main" id="{C74F81F7-609D-4408-A5D4-7DEEBF1F00B0}"/>
                </a:ext>
              </a:extLst>
            </p:cNvPr>
            <p:cNvCxnSpPr>
              <a:cxnSpLocks/>
              <a:stCxn id="311" idx="6"/>
              <a:endCxn id="318" idx="2"/>
            </p:cNvCxnSpPr>
            <p:nvPr/>
          </p:nvCxnSpPr>
          <p:spPr>
            <a:xfrm flipV="1">
              <a:off x="7521185" y="2559093"/>
              <a:ext cx="1433824" cy="18143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직선 화살표 연결선 328">
              <a:extLst>
                <a:ext uri="{FF2B5EF4-FFF2-40B4-BE49-F238E27FC236}">
                  <a16:creationId xmlns:a16="http://schemas.microsoft.com/office/drawing/2014/main" id="{1F867C40-BEA6-4573-9130-E809E68C17E0}"/>
                </a:ext>
              </a:extLst>
            </p:cNvPr>
            <p:cNvCxnSpPr>
              <a:cxnSpLocks/>
              <a:stCxn id="311" idx="6"/>
              <a:endCxn id="319" idx="2"/>
            </p:cNvCxnSpPr>
            <p:nvPr/>
          </p:nvCxnSpPr>
          <p:spPr>
            <a:xfrm flipV="1">
              <a:off x="7521185" y="3103872"/>
              <a:ext cx="1436266" cy="12695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직선 화살표 연결선 329">
              <a:extLst>
                <a:ext uri="{FF2B5EF4-FFF2-40B4-BE49-F238E27FC236}">
                  <a16:creationId xmlns:a16="http://schemas.microsoft.com/office/drawing/2014/main" id="{45D53BB9-389C-4DBC-8FC7-D55A4BE9DB8B}"/>
                </a:ext>
              </a:extLst>
            </p:cNvPr>
            <p:cNvCxnSpPr>
              <a:cxnSpLocks/>
              <a:stCxn id="310" idx="6"/>
              <a:endCxn id="319" idx="2"/>
            </p:cNvCxnSpPr>
            <p:nvPr/>
          </p:nvCxnSpPr>
          <p:spPr>
            <a:xfrm flipV="1">
              <a:off x="7517742" y="3103872"/>
              <a:ext cx="1439709" cy="1841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직선 화살표 연결선 330">
              <a:extLst>
                <a:ext uri="{FF2B5EF4-FFF2-40B4-BE49-F238E27FC236}">
                  <a16:creationId xmlns:a16="http://schemas.microsoft.com/office/drawing/2014/main" id="{D0D84903-AC49-4B89-9F7A-FCF399B6E6B1}"/>
                </a:ext>
              </a:extLst>
            </p:cNvPr>
            <p:cNvCxnSpPr>
              <a:cxnSpLocks/>
              <a:stCxn id="307" idx="6"/>
              <a:endCxn id="319" idx="2"/>
            </p:cNvCxnSpPr>
            <p:nvPr/>
          </p:nvCxnSpPr>
          <p:spPr>
            <a:xfrm>
              <a:off x="7521185" y="2516134"/>
              <a:ext cx="1436266" cy="5877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직선 화살표 연결선 331">
              <a:extLst>
                <a:ext uri="{FF2B5EF4-FFF2-40B4-BE49-F238E27FC236}">
                  <a16:creationId xmlns:a16="http://schemas.microsoft.com/office/drawing/2014/main" id="{36758841-6865-46C9-9708-A00DD27EA9C2}"/>
                </a:ext>
              </a:extLst>
            </p:cNvPr>
            <p:cNvCxnSpPr>
              <a:cxnSpLocks/>
              <a:stCxn id="307" idx="6"/>
              <a:endCxn id="320" idx="2"/>
            </p:cNvCxnSpPr>
            <p:nvPr/>
          </p:nvCxnSpPr>
          <p:spPr>
            <a:xfrm>
              <a:off x="7521185" y="2516134"/>
              <a:ext cx="1436266" cy="11330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직선 화살표 연결선 332">
              <a:extLst>
                <a:ext uri="{FF2B5EF4-FFF2-40B4-BE49-F238E27FC236}">
                  <a16:creationId xmlns:a16="http://schemas.microsoft.com/office/drawing/2014/main" id="{B077E67C-E30A-45B4-8F1D-3BFC7E19327C}"/>
                </a:ext>
              </a:extLst>
            </p:cNvPr>
            <p:cNvCxnSpPr>
              <a:cxnSpLocks/>
              <a:stCxn id="307" idx="6"/>
              <a:endCxn id="321" idx="2"/>
            </p:cNvCxnSpPr>
            <p:nvPr/>
          </p:nvCxnSpPr>
          <p:spPr>
            <a:xfrm>
              <a:off x="7521185" y="2516134"/>
              <a:ext cx="1436266" cy="167833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직선 화살표 연결선 333">
              <a:extLst>
                <a:ext uri="{FF2B5EF4-FFF2-40B4-BE49-F238E27FC236}">
                  <a16:creationId xmlns:a16="http://schemas.microsoft.com/office/drawing/2014/main" id="{8FAF7F08-4F3E-420A-B859-6ECC35BC84F2}"/>
                </a:ext>
              </a:extLst>
            </p:cNvPr>
            <p:cNvCxnSpPr>
              <a:cxnSpLocks/>
              <a:stCxn id="307" idx="6"/>
              <a:endCxn id="322" idx="2"/>
            </p:cNvCxnSpPr>
            <p:nvPr/>
          </p:nvCxnSpPr>
          <p:spPr>
            <a:xfrm>
              <a:off x="7521185" y="2516134"/>
              <a:ext cx="1433824" cy="222363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직선 화살표 연결선 334">
              <a:extLst>
                <a:ext uri="{FF2B5EF4-FFF2-40B4-BE49-F238E27FC236}">
                  <a16:creationId xmlns:a16="http://schemas.microsoft.com/office/drawing/2014/main" id="{DAD69CF6-2512-477B-89F9-2B1353485BD6}"/>
                </a:ext>
              </a:extLst>
            </p:cNvPr>
            <p:cNvCxnSpPr>
              <a:cxnSpLocks/>
              <a:stCxn id="310" idx="6"/>
              <a:endCxn id="320" idx="2"/>
            </p:cNvCxnSpPr>
            <p:nvPr/>
          </p:nvCxnSpPr>
          <p:spPr>
            <a:xfrm>
              <a:off x="7517742" y="3122283"/>
              <a:ext cx="1439709" cy="52688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직선 화살표 연결선 335">
              <a:extLst>
                <a:ext uri="{FF2B5EF4-FFF2-40B4-BE49-F238E27FC236}">
                  <a16:creationId xmlns:a16="http://schemas.microsoft.com/office/drawing/2014/main" id="{22A68F88-7545-4419-92DB-D3D2B582CF33}"/>
                </a:ext>
              </a:extLst>
            </p:cNvPr>
            <p:cNvCxnSpPr>
              <a:cxnSpLocks/>
              <a:stCxn id="310" idx="6"/>
              <a:endCxn id="321" idx="2"/>
            </p:cNvCxnSpPr>
            <p:nvPr/>
          </p:nvCxnSpPr>
          <p:spPr>
            <a:xfrm>
              <a:off x="7517742" y="3122283"/>
              <a:ext cx="1439709" cy="10721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직선 화살표 연결선 336">
              <a:extLst>
                <a:ext uri="{FF2B5EF4-FFF2-40B4-BE49-F238E27FC236}">
                  <a16:creationId xmlns:a16="http://schemas.microsoft.com/office/drawing/2014/main" id="{29DBD8A2-07C9-4273-BDB5-DAEDE065C7D9}"/>
                </a:ext>
              </a:extLst>
            </p:cNvPr>
            <p:cNvCxnSpPr>
              <a:cxnSpLocks/>
              <a:stCxn id="310" idx="6"/>
              <a:endCxn id="322" idx="2"/>
            </p:cNvCxnSpPr>
            <p:nvPr/>
          </p:nvCxnSpPr>
          <p:spPr>
            <a:xfrm>
              <a:off x="7517742" y="3122283"/>
              <a:ext cx="1437267" cy="16174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직선 화살표 연결선 337">
              <a:extLst>
                <a:ext uri="{FF2B5EF4-FFF2-40B4-BE49-F238E27FC236}">
                  <a16:creationId xmlns:a16="http://schemas.microsoft.com/office/drawing/2014/main" id="{AA1F8C99-C86B-49FE-AF09-833F71A60552}"/>
                </a:ext>
              </a:extLst>
            </p:cNvPr>
            <p:cNvCxnSpPr>
              <a:cxnSpLocks/>
              <a:stCxn id="311" idx="6"/>
              <a:endCxn id="320" idx="2"/>
            </p:cNvCxnSpPr>
            <p:nvPr/>
          </p:nvCxnSpPr>
          <p:spPr>
            <a:xfrm flipV="1">
              <a:off x="7521185" y="3649171"/>
              <a:ext cx="1436266" cy="7242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직선 화살표 연결선 338">
              <a:extLst>
                <a:ext uri="{FF2B5EF4-FFF2-40B4-BE49-F238E27FC236}">
                  <a16:creationId xmlns:a16="http://schemas.microsoft.com/office/drawing/2014/main" id="{3B51136C-5DAA-45B9-9F9F-D38383012DF8}"/>
                </a:ext>
              </a:extLst>
            </p:cNvPr>
            <p:cNvCxnSpPr>
              <a:cxnSpLocks/>
              <a:stCxn id="311" idx="6"/>
              <a:endCxn id="321" idx="2"/>
            </p:cNvCxnSpPr>
            <p:nvPr/>
          </p:nvCxnSpPr>
          <p:spPr>
            <a:xfrm flipV="1">
              <a:off x="7521185" y="4194470"/>
              <a:ext cx="1436266" cy="1789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직선 화살표 연결선 339">
              <a:extLst>
                <a:ext uri="{FF2B5EF4-FFF2-40B4-BE49-F238E27FC236}">
                  <a16:creationId xmlns:a16="http://schemas.microsoft.com/office/drawing/2014/main" id="{BC590470-4AB6-41C2-AA2A-753F52E0685A}"/>
                </a:ext>
              </a:extLst>
            </p:cNvPr>
            <p:cNvCxnSpPr>
              <a:cxnSpLocks/>
              <a:stCxn id="311" idx="6"/>
              <a:endCxn id="322" idx="2"/>
            </p:cNvCxnSpPr>
            <p:nvPr/>
          </p:nvCxnSpPr>
          <p:spPr>
            <a:xfrm>
              <a:off x="7521185" y="4373449"/>
              <a:ext cx="1433824" cy="366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14463FE1-D613-4F6F-86CE-0A2E2535977E}"/>
                </a:ext>
              </a:extLst>
            </p:cNvPr>
            <p:cNvSpPr txBox="1"/>
            <p:nvPr/>
          </p:nvSpPr>
          <p:spPr>
            <a:xfrm>
              <a:off x="1421195" y="920985"/>
              <a:ext cx="1439866" cy="700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Input layer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64x64x64</a:t>
              </a:r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F52032A3-7E34-4768-BF47-E964700EE8EB}"/>
                </a:ext>
              </a:extLst>
            </p:cNvPr>
            <p:cNvSpPr txBox="1"/>
            <p:nvPr/>
          </p:nvSpPr>
          <p:spPr>
            <a:xfrm>
              <a:off x="4627313" y="1020081"/>
              <a:ext cx="14696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Hidden Layer 2</a:t>
              </a:r>
            </a:p>
            <a:p>
              <a:pPr algn="ctr"/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6481FB3C-EA71-44D2-A265-F620DA49A8E9}"/>
                </a:ext>
              </a:extLst>
            </p:cNvPr>
            <p:cNvSpPr txBox="1"/>
            <p:nvPr/>
          </p:nvSpPr>
          <p:spPr>
            <a:xfrm>
              <a:off x="8397727" y="919860"/>
              <a:ext cx="1421408" cy="700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Output layer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6-Class</a:t>
              </a:r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C93C79F7-9C65-4EAF-A20A-BF0E8D127620}"/>
                </a:ext>
              </a:extLst>
            </p:cNvPr>
            <p:cNvSpPr txBox="1"/>
            <p:nvPr/>
          </p:nvSpPr>
          <p:spPr>
            <a:xfrm>
              <a:off x="3387093" y="4842095"/>
              <a:ext cx="10822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Activation</a:t>
              </a:r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51C6A8D2-600A-42FB-8DC0-3ACF651FD1D7}"/>
                </a:ext>
              </a:extLst>
            </p:cNvPr>
            <p:cNvSpPr txBox="1"/>
            <p:nvPr/>
          </p:nvSpPr>
          <p:spPr>
            <a:xfrm>
              <a:off x="4970047" y="4842095"/>
              <a:ext cx="10385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Activation</a:t>
              </a:r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D121104B-26CC-4E18-9670-5C11BD47FCB1}"/>
                </a:ext>
              </a:extLst>
            </p:cNvPr>
            <p:cNvSpPr txBox="1"/>
            <p:nvPr/>
          </p:nvSpPr>
          <p:spPr>
            <a:xfrm>
              <a:off x="6919231" y="4838536"/>
              <a:ext cx="10822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Activation</a:t>
              </a:r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63C56E6F-031A-45D1-A188-918FDAC7A90C}"/>
                </a:ext>
              </a:extLst>
            </p:cNvPr>
            <p:cNvSpPr txBox="1"/>
            <p:nvPr/>
          </p:nvSpPr>
          <p:spPr>
            <a:xfrm>
              <a:off x="8791650" y="5293909"/>
              <a:ext cx="9435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err="1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Softmax</a:t>
              </a:r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9D3B13C2-1685-4CA5-8B3B-8CAB36F14ADD}"/>
                </a:ext>
              </a:extLst>
            </p:cNvPr>
            <p:cNvSpPr txBox="1"/>
            <p:nvPr/>
          </p:nvSpPr>
          <p:spPr>
            <a:xfrm rot="5400000">
              <a:off x="7198133" y="3559329"/>
              <a:ext cx="6873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ko-KR" altLang="en-US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9" name="직선 화살표 연결선 348">
              <a:extLst>
                <a:ext uri="{FF2B5EF4-FFF2-40B4-BE49-F238E27FC236}">
                  <a16:creationId xmlns:a16="http://schemas.microsoft.com/office/drawing/2014/main" id="{3E1F357E-D861-42B6-B9B5-E01ABFE2AAE5}"/>
                </a:ext>
              </a:extLst>
            </p:cNvPr>
            <p:cNvCxnSpPr>
              <a:cxnSpLocks/>
              <a:stCxn id="317" idx="6"/>
            </p:cNvCxnSpPr>
            <p:nvPr/>
          </p:nvCxnSpPr>
          <p:spPr>
            <a:xfrm flipV="1">
              <a:off x="9264454" y="2028635"/>
              <a:ext cx="597449" cy="5250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직선 화살표 연결선 349">
              <a:extLst>
                <a:ext uri="{FF2B5EF4-FFF2-40B4-BE49-F238E27FC236}">
                  <a16:creationId xmlns:a16="http://schemas.microsoft.com/office/drawing/2014/main" id="{5A144DC4-999E-47C4-8E90-2CCBB50C0719}"/>
                </a:ext>
              </a:extLst>
            </p:cNvPr>
            <p:cNvCxnSpPr>
              <a:cxnSpLocks/>
              <a:stCxn id="318" idx="6"/>
            </p:cNvCxnSpPr>
            <p:nvPr/>
          </p:nvCxnSpPr>
          <p:spPr>
            <a:xfrm>
              <a:off x="9261854" y="2559093"/>
              <a:ext cx="611836" cy="0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직선 화살표 연결선 350">
              <a:extLst>
                <a:ext uri="{FF2B5EF4-FFF2-40B4-BE49-F238E27FC236}">
                  <a16:creationId xmlns:a16="http://schemas.microsoft.com/office/drawing/2014/main" id="{4891F1FE-2611-425D-B332-CCED297059A3}"/>
                </a:ext>
              </a:extLst>
            </p:cNvPr>
            <p:cNvCxnSpPr>
              <a:cxnSpLocks/>
              <a:stCxn id="319" idx="6"/>
            </p:cNvCxnSpPr>
            <p:nvPr/>
          </p:nvCxnSpPr>
          <p:spPr>
            <a:xfrm>
              <a:off x="9264296" y="3103872"/>
              <a:ext cx="611836" cy="0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직선 화살표 연결선 351">
              <a:extLst>
                <a:ext uri="{FF2B5EF4-FFF2-40B4-BE49-F238E27FC236}">
                  <a16:creationId xmlns:a16="http://schemas.microsoft.com/office/drawing/2014/main" id="{2A7B0F42-CF75-4C6E-BB79-1EDFDB950437}"/>
                </a:ext>
              </a:extLst>
            </p:cNvPr>
            <p:cNvCxnSpPr>
              <a:cxnSpLocks/>
              <a:stCxn id="320" idx="6"/>
            </p:cNvCxnSpPr>
            <p:nvPr/>
          </p:nvCxnSpPr>
          <p:spPr>
            <a:xfrm>
              <a:off x="9264296" y="3649171"/>
              <a:ext cx="611836" cy="0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직선 화살표 연결선 352">
              <a:extLst>
                <a:ext uri="{FF2B5EF4-FFF2-40B4-BE49-F238E27FC236}">
                  <a16:creationId xmlns:a16="http://schemas.microsoft.com/office/drawing/2014/main" id="{DCCF21E5-F9D1-4630-BC11-AFF6266B6C83}"/>
                </a:ext>
              </a:extLst>
            </p:cNvPr>
            <p:cNvCxnSpPr>
              <a:cxnSpLocks/>
              <a:stCxn id="321" idx="6"/>
            </p:cNvCxnSpPr>
            <p:nvPr/>
          </p:nvCxnSpPr>
          <p:spPr>
            <a:xfrm>
              <a:off x="9264296" y="4194470"/>
              <a:ext cx="611836" cy="0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직선 화살표 연결선 353">
              <a:extLst>
                <a:ext uri="{FF2B5EF4-FFF2-40B4-BE49-F238E27FC236}">
                  <a16:creationId xmlns:a16="http://schemas.microsoft.com/office/drawing/2014/main" id="{A11BC726-DB9C-46B2-8CE5-2DFA51C97B28}"/>
                </a:ext>
              </a:extLst>
            </p:cNvPr>
            <p:cNvCxnSpPr>
              <a:cxnSpLocks/>
              <a:stCxn id="322" idx="6"/>
            </p:cNvCxnSpPr>
            <p:nvPr/>
          </p:nvCxnSpPr>
          <p:spPr>
            <a:xfrm>
              <a:off x="9261854" y="4739769"/>
              <a:ext cx="611836" cy="0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E19077A4-308E-462C-AB2B-AABC40D87153}"/>
                </a:ext>
              </a:extLst>
            </p:cNvPr>
            <p:cNvSpPr txBox="1"/>
            <p:nvPr/>
          </p:nvSpPr>
          <p:spPr>
            <a:xfrm>
              <a:off x="9968156" y="1842617"/>
              <a:ext cx="9562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Disjoint</a:t>
              </a:r>
              <a:endPara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A3E90FE7-ECEA-41EA-AACC-26C8AF2FCAEF}"/>
                </a:ext>
              </a:extLst>
            </p:cNvPr>
            <p:cNvSpPr txBox="1"/>
            <p:nvPr/>
          </p:nvSpPr>
          <p:spPr>
            <a:xfrm>
              <a:off x="9968156" y="2379186"/>
              <a:ext cx="9562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Meet</a:t>
              </a:r>
              <a:endPara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A1E5EA1D-7BF3-4ED9-9B56-D63323858A64}"/>
                </a:ext>
              </a:extLst>
            </p:cNvPr>
            <p:cNvSpPr txBox="1"/>
            <p:nvPr/>
          </p:nvSpPr>
          <p:spPr>
            <a:xfrm>
              <a:off x="9968156" y="2915755"/>
              <a:ext cx="10894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Contains</a:t>
              </a:r>
              <a:endPara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C06E69E4-B506-46A1-8E9B-B20E391FEC8D}"/>
                </a:ext>
              </a:extLst>
            </p:cNvPr>
            <p:cNvSpPr txBox="1"/>
            <p:nvPr/>
          </p:nvSpPr>
          <p:spPr>
            <a:xfrm>
              <a:off x="9968156" y="3452324"/>
              <a:ext cx="9562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Within</a:t>
              </a:r>
              <a:endPara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62F77878-429F-4BFC-8C54-5FDED1771AEF}"/>
                </a:ext>
              </a:extLst>
            </p:cNvPr>
            <p:cNvSpPr txBox="1"/>
            <p:nvPr/>
          </p:nvSpPr>
          <p:spPr>
            <a:xfrm>
              <a:off x="9968156" y="3988893"/>
              <a:ext cx="9562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Equal</a:t>
              </a:r>
              <a:endPara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7E2C7C45-1ED0-422A-9A4F-205B99BDF0B7}"/>
                </a:ext>
              </a:extLst>
            </p:cNvPr>
            <p:cNvSpPr txBox="1"/>
            <p:nvPr/>
          </p:nvSpPr>
          <p:spPr>
            <a:xfrm>
              <a:off x="9968156" y="4525461"/>
              <a:ext cx="9562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Overlap</a:t>
              </a:r>
              <a:endPara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C0E0E0B3-F8F1-47A3-8DE8-D6821CDE881E}"/>
                </a:ext>
              </a:extLst>
            </p:cNvPr>
            <p:cNvSpPr txBox="1"/>
            <p:nvPr/>
          </p:nvSpPr>
          <p:spPr>
            <a:xfrm>
              <a:off x="3672246" y="2352189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ko-KR" sz="1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8CBEB409-C4E5-4CA0-96F0-B261502BD253}"/>
                </a:ext>
              </a:extLst>
            </p:cNvPr>
            <p:cNvSpPr txBox="1"/>
            <p:nvPr/>
          </p:nvSpPr>
          <p:spPr>
            <a:xfrm>
              <a:off x="2002909" y="2793404"/>
              <a:ext cx="3787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E197EE52-5725-4D31-AE6A-5FFC3BC15CD9}"/>
                </a:ext>
              </a:extLst>
            </p:cNvPr>
            <p:cNvSpPr txBox="1"/>
            <p:nvPr/>
          </p:nvSpPr>
          <p:spPr>
            <a:xfrm>
              <a:off x="2000614" y="3326774"/>
              <a:ext cx="3481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C9C6C6E8-3BB1-4644-A74F-0E6FA42B437A}"/>
                </a:ext>
              </a:extLst>
            </p:cNvPr>
            <p:cNvSpPr txBox="1"/>
            <p:nvPr/>
          </p:nvSpPr>
          <p:spPr>
            <a:xfrm>
              <a:off x="2019573" y="4217780"/>
              <a:ext cx="3620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ko-KR" sz="12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FF338B14-AD37-44E7-8F1B-06491E695A34}"/>
                </a:ext>
              </a:extLst>
            </p:cNvPr>
            <p:cNvSpPr txBox="1"/>
            <p:nvPr/>
          </p:nvSpPr>
          <p:spPr>
            <a:xfrm>
              <a:off x="2016219" y="2272476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D8C9FA1A-D8C7-4B0A-BBC7-CF7735C7C72B}"/>
                </a:ext>
              </a:extLst>
            </p:cNvPr>
            <p:cNvSpPr txBox="1"/>
            <p:nvPr/>
          </p:nvSpPr>
          <p:spPr>
            <a:xfrm>
              <a:off x="3664063" y="2982953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ko-KR" sz="1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B36D869C-9B0C-478A-88C4-83AD1E3EE8E3}"/>
                </a:ext>
              </a:extLst>
            </p:cNvPr>
            <p:cNvSpPr txBox="1"/>
            <p:nvPr/>
          </p:nvSpPr>
          <p:spPr>
            <a:xfrm>
              <a:off x="3626762" y="4223625"/>
              <a:ext cx="4308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ko-KR" sz="1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40EB5BA4-E8C2-45F6-95B5-497A24525F6A}"/>
                </a:ext>
              </a:extLst>
            </p:cNvPr>
            <p:cNvSpPr txBox="1"/>
            <p:nvPr/>
          </p:nvSpPr>
          <p:spPr>
            <a:xfrm>
              <a:off x="5251204" y="4221667"/>
              <a:ext cx="4124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ko-KR" sz="1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0AF308A0-E12B-4126-9979-A662823F1EB7}"/>
                </a:ext>
              </a:extLst>
            </p:cNvPr>
            <p:cNvSpPr txBox="1"/>
            <p:nvPr/>
          </p:nvSpPr>
          <p:spPr>
            <a:xfrm>
              <a:off x="5267113" y="2975154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ko-KR" sz="1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6EC76711-8237-41AF-A291-6FCBB5AE60F4}"/>
                </a:ext>
              </a:extLst>
            </p:cNvPr>
            <p:cNvSpPr txBox="1"/>
            <p:nvPr/>
          </p:nvSpPr>
          <p:spPr>
            <a:xfrm>
              <a:off x="5253704" y="2386421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ko-KR" sz="1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A6A64124-F135-4110-9B13-E2B8B5AAB8E8}"/>
                </a:ext>
              </a:extLst>
            </p:cNvPr>
            <p:cNvSpPr txBox="1"/>
            <p:nvPr/>
          </p:nvSpPr>
          <p:spPr>
            <a:xfrm>
              <a:off x="7195378" y="2366987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ko-KR" sz="1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4F3DB2F8-555F-4555-84BF-E9B5276A702B}"/>
                </a:ext>
              </a:extLst>
            </p:cNvPr>
            <p:cNvSpPr txBox="1"/>
            <p:nvPr/>
          </p:nvSpPr>
          <p:spPr>
            <a:xfrm>
              <a:off x="7189043" y="2968441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ko-KR" sz="1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977A4EA3-8868-435D-B950-D71756D1A99A}"/>
                </a:ext>
              </a:extLst>
            </p:cNvPr>
            <p:cNvSpPr txBox="1"/>
            <p:nvPr/>
          </p:nvSpPr>
          <p:spPr>
            <a:xfrm>
              <a:off x="7176967" y="4225155"/>
              <a:ext cx="4488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ko-KR" sz="1200" baseline="30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ko-KR" sz="12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DE4B01AB-AFC1-41ED-AA88-0DA28BCC5355}"/>
                </a:ext>
              </a:extLst>
            </p:cNvPr>
            <p:cNvSpPr txBox="1"/>
            <p:nvPr/>
          </p:nvSpPr>
          <p:spPr>
            <a:xfrm>
              <a:off x="8961052" y="1864555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B48D4957-233D-4F8F-9AE4-7F00122F3D8F}"/>
                </a:ext>
              </a:extLst>
            </p:cNvPr>
            <p:cNvSpPr txBox="1"/>
            <p:nvPr/>
          </p:nvSpPr>
          <p:spPr>
            <a:xfrm>
              <a:off x="8968165" y="2396045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10596F67-3ECD-4FBE-941A-05F473DBAA60}"/>
                </a:ext>
              </a:extLst>
            </p:cNvPr>
            <p:cNvSpPr txBox="1"/>
            <p:nvPr/>
          </p:nvSpPr>
          <p:spPr>
            <a:xfrm>
              <a:off x="8968165" y="2937538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4A62EE14-4102-4124-ABA0-4F22C1AAA9FB}"/>
                </a:ext>
              </a:extLst>
            </p:cNvPr>
            <p:cNvSpPr txBox="1"/>
            <p:nvPr/>
          </p:nvSpPr>
          <p:spPr>
            <a:xfrm>
              <a:off x="8979412" y="3481794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AB93937C-A01A-45A0-AB53-5D182CB32DD0}"/>
                </a:ext>
              </a:extLst>
            </p:cNvPr>
            <p:cNvSpPr txBox="1"/>
            <p:nvPr/>
          </p:nvSpPr>
          <p:spPr>
            <a:xfrm>
              <a:off x="8993752" y="4013122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32420865-792F-43BC-BBD2-9F1AB928A3BC}"/>
                </a:ext>
              </a:extLst>
            </p:cNvPr>
            <p:cNvSpPr txBox="1"/>
            <p:nvPr/>
          </p:nvSpPr>
          <p:spPr>
            <a:xfrm>
              <a:off x="8979412" y="4569912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0C65E994-A145-40C3-A9AE-CBCA23861141}"/>
                </a:ext>
              </a:extLst>
            </p:cNvPr>
            <p:cNvSpPr txBox="1"/>
            <p:nvPr/>
          </p:nvSpPr>
          <p:spPr>
            <a:xfrm>
              <a:off x="3067214" y="1009027"/>
              <a:ext cx="14696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Hidden Layer 1</a:t>
              </a:r>
            </a:p>
            <a:p>
              <a:pPr algn="ctr"/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7F2D695C-6E4E-4F25-8C79-94D4D3A573C4}"/>
                </a:ext>
              </a:extLst>
            </p:cNvPr>
            <p:cNvSpPr txBox="1"/>
            <p:nvPr/>
          </p:nvSpPr>
          <p:spPr>
            <a:xfrm>
              <a:off x="6637592" y="1016603"/>
              <a:ext cx="14119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Hidden Layer L</a:t>
              </a:r>
            </a:p>
            <a:p>
              <a:pPr algn="ctr"/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930FE1B3-E559-44FA-B60E-C2641AD6FFF4}"/>
                </a:ext>
              </a:extLst>
            </p:cNvPr>
            <p:cNvSpPr txBox="1"/>
            <p:nvPr/>
          </p:nvSpPr>
          <p:spPr>
            <a:xfrm>
              <a:off x="6172381" y="972698"/>
              <a:ext cx="6873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…</a:t>
              </a:r>
              <a:endPara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83" name="표 382">
            <a:extLst>
              <a:ext uri="{FF2B5EF4-FFF2-40B4-BE49-F238E27FC236}">
                <a16:creationId xmlns:a16="http://schemas.microsoft.com/office/drawing/2014/main" id="{60D06B16-34C2-40C5-8174-B6BF61E58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959121"/>
              </p:ext>
            </p:extLst>
          </p:nvPr>
        </p:nvGraphicFramePr>
        <p:xfrm>
          <a:off x="10674184" y="30963710"/>
          <a:ext cx="4957485" cy="5943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2495">
                  <a:extLst>
                    <a:ext uri="{9D8B030D-6E8A-4147-A177-3AD203B41FA5}">
                      <a16:colId xmlns:a16="http://schemas.microsoft.com/office/drawing/2014/main" val="2911598607"/>
                    </a:ext>
                  </a:extLst>
                </a:gridCol>
                <a:gridCol w="1652495">
                  <a:extLst>
                    <a:ext uri="{9D8B030D-6E8A-4147-A177-3AD203B41FA5}">
                      <a16:colId xmlns:a16="http://schemas.microsoft.com/office/drawing/2014/main" val="1048421422"/>
                    </a:ext>
                  </a:extLst>
                </a:gridCol>
                <a:gridCol w="1652495">
                  <a:extLst>
                    <a:ext uri="{9D8B030D-6E8A-4147-A177-3AD203B41FA5}">
                      <a16:colId xmlns:a16="http://schemas.microsoft.com/office/drawing/2014/main" val="3417169318"/>
                    </a:ext>
                  </a:extLst>
                </a:gridCol>
              </a:tblGrid>
              <a:tr h="2851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Class</a:t>
                      </a:r>
                      <a:endParaRPr lang="ko-KR" altLang="en-US" sz="1400" b="1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/>
                        <a:t>Item</a:t>
                      </a:r>
                      <a:endParaRPr lang="ko-KR" altLang="en-US" sz="1400" b="1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/>
                        <a:t>Value</a:t>
                      </a:r>
                      <a:endParaRPr lang="ko-KR" altLang="en-US" sz="1400" b="1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594574"/>
                  </a:ext>
                </a:extLst>
              </a:tr>
              <a:tr h="285172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400" b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Detail</a:t>
                      </a:r>
                    </a:p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400" b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Of</a:t>
                      </a:r>
                    </a:p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400" b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Optuna</a:t>
                      </a:r>
                      <a:endParaRPr lang="ko-KR" altLang="en-US" sz="1400" b="1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Best trial number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13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093845"/>
                  </a:ext>
                </a:extLst>
              </a:tr>
              <a:tr h="344957">
                <a:tc vMerge="1"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Best validation macro f1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0.8789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048246"/>
                  </a:ext>
                </a:extLst>
              </a:tr>
              <a:tr h="285172">
                <a:tc vMerge="1"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Number of trials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30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1124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Parameter count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1,844,230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7159573"/>
                  </a:ext>
                </a:extLst>
              </a:tr>
              <a:tr h="285172">
                <a:tc rowSpan="11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400" b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Parameters</a:t>
                      </a:r>
                    </a:p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400" b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Of</a:t>
                      </a:r>
                    </a:p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400" b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MLP</a:t>
                      </a:r>
                      <a:endParaRPr lang="ko-KR" altLang="en-US" sz="1400" b="1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Number of layers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4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608146"/>
                  </a:ext>
                </a:extLst>
              </a:tr>
              <a:tr h="285172">
                <a:tc vMerge="1"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Pooled size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8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032248"/>
                  </a:ext>
                </a:extLst>
              </a:tr>
              <a:tr h="285172">
                <a:tc vMerge="1"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Hidden dimension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512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35344"/>
                  </a:ext>
                </a:extLst>
              </a:tr>
              <a:tr h="285172">
                <a:tc vMerge="1"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Dropout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0.1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3218317"/>
                  </a:ext>
                </a:extLst>
              </a:tr>
              <a:tr h="285172">
                <a:tc vMerge="1"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Activation function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GELU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4487367"/>
                  </a:ext>
                </a:extLst>
              </a:tr>
              <a:tr h="285172">
                <a:tc vMerge="1"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Batch normalization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True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4876606"/>
                  </a:ext>
                </a:extLst>
              </a:tr>
              <a:tr h="285172">
                <a:tc vMerge="1"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Optimizer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AdamW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994954"/>
                  </a:ext>
                </a:extLst>
              </a:tr>
              <a:tr h="285172">
                <a:tc vMerge="1"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Scheduler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Cosine annealing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3860171"/>
                  </a:ext>
                </a:extLst>
              </a:tr>
              <a:tr h="285172">
                <a:tc vMerge="1"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Learning rate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0.0009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609750"/>
                  </a:ext>
                </a:extLst>
              </a:tr>
              <a:tr h="285172">
                <a:tc vMerge="1"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Weight decay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1.10 x 10</a:t>
                      </a:r>
                      <a:r>
                        <a:rPr lang="en-US" altLang="ko-KR" sz="1400" baseline="30000"/>
                        <a:t>-7</a:t>
                      </a:r>
                      <a:endParaRPr lang="ko-KR" altLang="en-US" sz="1400" baseline="300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1200519"/>
                  </a:ext>
                </a:extLst>
              </a:tr>
              <a:tr h="285172">
                <a:tc vMerge="1"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Gradient clip norm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0.5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921348"/>
                  </a:ext>
                </a:extLst>
              </a:tr>
            </a:tbl>
          </a:graphicData>
        </a:graphic>
      </p:graphicFrame>
      <p:sp>
        <p:nvSpPr>
          <p:cNvPr id="384" name="직사각형 383">
            <a:extLst>
              <a:ext uri="{FF2B5EF4-FFF2-40B4-BE49-F238E27FC236}">
                <a16:creationId xmlns:a16="http://schemas.microsoft.com/office/drawing/2014/main" id="{A982FD40-E536-4FB9-ACB1-F2E447B2EEE9}"/>
              </a:ext>
            </a:extLst>
          </p:cNvPr>
          <p:cNvSpPr/>
          <p:nvPr/>
        </p:nvSpPr>
        <p:spPr>
          <a:xfrm>
            <a:off x="4062437" y="35622902"/>
            <a:ext cx="3512382" cy="82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109" tIns="23054" rIns="46109" bIns="23054" spcCol="0" rtlCol="0" anchor="ctr"/>
          <a:lstStyle/>
          <a:p>
            <a:pPr marL="0" lvl="1" algn="ctr">
              <a:lnSpc>
                <a:spcPct val="107000"/>
              </a:lnSpc>
              <a:spcAft>
                <a:spcPts val="533"/>
              </a:spcAft>
            </a:pPr>
            <a:r>
              <a:rPr lang="en-US" altLang="ko-KR" sz="2400" b="1" spc="-15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Fig 2. MLP flowchart</a:t>
            </a:r>
            <a:endParaRPr lang="en-US" altLang="ko-KR" sz="2400" b="1" spc="-15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385" name="직사각형 384">
            <a:extLst>
              <a:ext uri="{FF2B5EF4-FFF2-40B4-BE49-F238E27FC236}">
                <a16:creationId xmlns:a16="http://schemas.microsoft.com/office/drawing/2014/main" id="{3CE5B261-9A8C-4341-B8FA-B980C114C017}"/>
              </a:ext>
            </a:extLst>
          </p:cNvPr>
          <p:cNvSpPr/>
          <p:nvPr/>
        </p:nvSpPr>
        <p:spPr>
          <a:xfrm>
            <a:off x="6854783" y="41761459"/>
            <a:ext cx="3512382" cy="82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109" tIns="23054" rIns="46109" bIns="23054" spcCol="0" rtlCol="0" anchor="ctr"/>
          <a:lstStyle/>
          <a:p>
            <a:pPr marL="0" lvl="1" algn="ctr">
              <a:lnSpc>
                <a:spcPct val="107000"/>
              </a:lnSpc>
              <a:spcAft>
                <a:spcPts val="533"/>
              </a:spcAft>
            </a:pPr>
            <a:r>
              <a:rPr lang="en-US" altLang="ko-KR" sz="2400" b="1" spc="-15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Fig 3. 3D CNN flowchart</a:t>
            </a:r>
            <a:endParaRPr lang="en-US" altLang="ko-KR" sz="2400" b="1" spc="-15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387" name="직사각형 386">
            <a:extLst>
              <a:ext uri="{FF2B5EF4-FFF2-40B4-BE49-F238E27FC236}">
                <a16:creationId xmlns:a16="http://schemas.microsoft.com/office/drawing/2014/main" id="{1E12B290-301D-4DB3-B707-FA9EDF008577}"/>
              </a:ext>
            </a:extLst>
          </p:cNvPr>
          <p:cNvSpPr/>
          <p:nvPr/>
        </p:nvSpPr>
        <p:spPr>
          <a:xfrm>
            <a:off x="20932958" y="12972671"/>
            <a:ext cx="6283910" cy="82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109" tIns="23054" rIns="46109" bIns="23054" spcCol="0" rtlCol="0" anchor="ctr"/>
          <a:lstStyle/>
          <a:p>
            <a:pPr marL="0" lvl="1" algn="ctr">
              <a:lnSpc>
                <a:spcPct val="107000"/>
              </a:lnSpc>
              <a:spcAft>
                <a:spcPts val="533"/>
              </a:spcAft>
            </a:pPr>
            <a:r>
              <a:rPr lang="en-US" altLang="ko-KR" sz="2400" b="1" spc="-15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Fig 4. Voxel Transformer flowchart</a:t>
            </a:r>
            <a:endParaRPr lang="en-US" altLang="ko-KR" sz="2400" b="1" spc="-15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388" name="직사각형 387">
            <a:extLst>
              <a:ext uri="{FF2B5EF4-FFF2-40B4-BE49-F238E27FC236}">
                <a16:creationId xmlns:a16="http://schemas.microsoft.com/office/drawing/2014/main" id="{67E2694C-8064-44C7-AF14-0B782904AF4D}"/>
              </a:ext>
            </a:extLst>
          </p:cNvPr>
          <p:cNvSpPr/>
          <p:nvPr/>
        </p:nvSpPr>
        <p:spPr>
          <a:xfrm>
            <a:off x="10630630" y="30175519"/>
            <a:ext cx="5001039" cy="82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109" tIns="23054" rIns="46109" bIns="23054" spcCol="0" rtlCol="0" anchor="ctr"/>
          <a:lstStyle/>
          <a:p>
            <a:pPr marL="0" lvl="1">
              <a:lnSpc>
                <a:spcPct val="107000"/>
              </a:lnSpc>
              <a:spcAft>
                <a:spcPts val="533"/>
              </a:spcAft>
            </a:pPr>
            <a:r>
              <a:rPr lang="en-US" altLang="ko-KR" sz="2400" b="1" spc="-15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1. Optuna based tuning</a:t>
            </a:r>
            <a:endParaRPr lang="en-US" altLang="ko-KR" sz="2400" b="1" spc="-15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08FB1A2-ACB2-4BA8-873C-8E0F66F6DB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6031" y="8504778"/>
            <a:ext cx="14637765" cy="4669941"/>
          </a:xfrm>
          <a:prstGeom prst="rect">
            <a:avLst/>
          </a:prstGeom>
        </p:spPr>
      </p:pic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AE1C2BD2-9B56-46F5-81A6-8AEDC025788F}"/>
              </a:ext>
            </a:extLst>
          </p:cNvPr>
          <p:cNvSpPr/>
          <p:nvPr/>
        </p:nvSpPr>
        <p:spPr>
          <a:xfrm>
            <a:off x="17177357" y="30820487"/>
            <a:ext cx="14330654" cy="3453901"/>
          </a:xfrm>
          <a:prstGeom prst="rect">
            <a:avLst/>
          </a:prstGeom>
        </p:spPr>
        <p:txBody>
          <a:bodyPr wrap="square" lIns="101225" tIns="50613" rIns="101225" bIns="50613">
            <a:spAutoFit/>
          </a:bodyPr>
          <a:lstStyle/>
          <a:p>
            <a:pPr marL="0" lvl="1" latinLnBrk="0">
              <a:lnSpc>
                <a:spcPct val="150000"/>
              </a:lnSpc>
            </a:pPr>
            <a:r>
              <a:rPr lang="en-US" altLang="ko-KR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c</a:t>
            </a:r>
            <a:r>
              <a:rPr lang="en-US" altLang="ko-KR" sz="2800" b="1" spc="-2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. Discussion</a:t>
            </a:r>
          </a:p>
          <a:p>
            <a:pPr marL="457200" lvl="1" indent="-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spc="-2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MLP : Flattening voxel data weakens explicit 3D spatial relationships, </a:t>
            </a:r>
            <a:r>
              <a:rPr lang="en-US" altLang="ko-KR" sz="2400" b="1" spc="-2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the lowest performance</a:t>
            </a:r>
            <a:r>
              <a:rPr lang="en-US" altLang="ko-KR" sz="2400" spc="-2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.</a:t>
            </a:r>
          </a:p>
          <a:p>
            <a:pPr marL="457200" lvl="1" indent="-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spc="-2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3D CNN : 3D convolution preserves local voxel adjacency and learns hierarchical spatial features, resulting in high performance.</a:t>
            </a:r>
          </a:p>
          <a:p>
            <a:pPr marL="457200" lvl="1" indent="-45720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spc="-2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VT : Local and dilated attention capture both short- and long-range voxel relationships, </a:t>
            </a:r>
            <a:r>
              <a:rPr lang="en-US" altLang="ko-KR" sz="2400" b="1" spc="-2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resulting in the best performance.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1059260-EDFB-434F-A465-8195A0F57713}"/>
              </a:ext>
            </a:extLst>
          </p:cNvPr>
          <p:cNvGrpSpPr/>
          <p:nvPr/>
        </p:nvGrpSpPr>
        <p:grpSpPr>
          <a:xfrm>
            <a:off x="1966163" y="4223384"/>
            <a:ext cx="5720911" cy="2976107"/>
            <a:chOff x="828942" y="4265952"/>
            <a:chExt cx="5720911" cy="2976107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018414F3-EA23-48A9-93A2-87280CC605B6}"/>
                </a:ext>
              </a:extLst>
            </p:cNvPr>
            <p:cNvSpPr/>
            <p:nvPr/>
          </p:nvSpPr>
          <p:spPr>
            <a:xfrm>
              <a:off x="828942" y="4265952"/>
              <a:ext cx="5720911" cy="2976107"/>
            </a:xfrm>
            <a:prstGeom prst="roundRect">
              <a:avLst>
                <a:gd name="adj" fmla="val 8789"/>
              </a:avLst>
            </a:prstGeom>
            <a:solidFill>
              <a:schemeClr val="bg1"/>
            </a:solidFill>
            <a:effectLst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28" name="Picture 4" descr="ETRI CI ㅣ Public Relations ㅣ ETRI">
              <a:extLst>
                <a:ext uri="{FF2B5EF4-FFF2-40B4-BE49-F238E27FC236}">
                  <a16:creationId xmlns:a16="http://schemas.microsoft.com/office/drawing/2014/main" id="{862CA48B-9026-4858-A4C1-25230A60281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736" b="20997"/>
            <a:stretch/>
          </p:blipFill>
          <p:spPr bwMode="auto">
            <a:xfrm>
              <a:off x="828942" y="4313917"/>
              <a:ext cx="5720911" cy="1939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6789A4E8-025E-4335-B308-DC6A82765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2411" y="6044716"/>
              <a:ext cx="4253972" cy="10858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5522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E67DDD-0C70-419D-8D49-8F41DA2D02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/>
          </a:blip>
          <a:srcRect t="13145" b="22673"/>
          <a:stretch/>
        </p:blipFill>
        <p:spPr>
          <a:xfrm>
            <a:off x="1154988" y="37502669"/>
            <a:ext cx="14086550" cy="499433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2DB3CE6-E7B5-4ACE-8EF6-34DA2B929C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67260" y="31830183"/>
            <a:ext cx="10228456" cy="515868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81752FCB-2650-4B10-B6FA-FC8E7432BC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381546" y="32011079"/>
            <a:ext cx="3334111" cy="415428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FA81A7B-82E7-4413-B62E-DE8AC6F64341}"/>
              </a:ext>
            </a:extLst>
          </p:cNvPr>
          <p:cNvSpPr/>
          <p:nvPr/>
        </p:nvSpPr>
        <p:spPr>
          <a:xfrm>
            <a:off x="12256003" y="31891769"/>
            <a:ext cx="3454713" cy="362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109" tIns="23054" rIns="46109" bIns="23054" spcCol="0" rtlCol="0" anchor="ctr"/>
          <a:lstStyle/>
          <a:p>
            <a:pPr marL="0" lvl="1" algn="ctr">
              <a:lnSpc>
                <a:spcPct val="107000"/>
              </a:lnSpc>
              <a:spcAft>
                <a:spcPts val="533"/>
              </a:spcAft>
            </a:pPr>
            <a:r>
              <a:rPr lang="en-US" altLang="ko-KR" sz="1200" b="1" spc="-15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Optuna</a:t>
            </a:r>
            <a:r>
              <a:rPr lang="ko-KR" altLang="en-US" sz="1200" b="1" spc="-15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en-US" altLang="ko-KR" sz="1200" b="1" spc="-15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based</a:t>
            </a:r>
            <a:r>
              <a:rPr lang="ko-KR" altLang="en-US" sz="1200" b="1" spc="-15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en-US" altLang="ko-KR" sz="1200" b="1" spc="-15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Tuning</a:t>
            </a:r>
            <a:endParaRPr lang="en-US" altLang="ko-KR" sz="1200" b="1" spc="-15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701A01-E16D-4728-BAC3-3B9D5C9BADBF}"/>
              </a:ext>
            </a:extLst>
          </p:cNvPr>
          <p:cNvSpPr/>
          <p:nvPr/>
        </p:nvSpPr>
        <p:spPr>
          <a:xfrm>
            <a:off x="15712254" y="-1261180"/>
            <a:ext cx="14626687" cy="4622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38AE30-0549-4FD3-B47E-D5BBF4FDE76B}"/>
              </a:ext>
            </a:extLst>
          </p:cNvPr>
          <p:cNvSpPr/>
          <p:nvPr/>
        </p:nvSpPr>
        <p:spPr>
          <a:xfrm>
            <a:off x="17041999" y="36001919"/>
            <a:ext cx="14626687" cy="4622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76460A06-F714-4C1F-9909-022D532BA3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/>
          </a:blip>
          <a:srcRect t="13145" b="22673"/>
          <a:stretch/>
        </p:blipFill>
        <p:spPr>
          <a:xfrm>
            <a:off x="7126636" y="26307045"/>
            <a:ext cx="14086550" cy="499433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6DA4203-3464-4AC2-A5BB-E28D5DBF6B73}"/>
              </a:ext>
            </a:extLst>
          </p:cNvPr>
          <p:cNvSpPr/>
          <p:nvPr/>
        </p:nvSpPr>
        <p:spPr>
          <a:xfrm>
            <a:off x="7630692" y="31176289"/>
            <a:ext cx="1670037" cy="188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(f) Overlap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5F0BF70-B3FF-4E6D-8BF2-4316AD012BB9}"/>
              </a:ext>
            </a:extLst>
          </p:cNvPr>
          <p:cNvSpPr/>
          <p:nvPr/>
        </p:nvSpPr>
        <p:spPr>
          <a:xfrm>
            <a:off x="9804785" y="31176289"/>
            <a:ext cx="1670037" cy="188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(f) Overlap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EB02381-7C7A-4FF5-B8EB-43D259427F8B}"/>
              </a:ext>
            </a:extLst>
          </p:cNvPr>
          <p:cNvSpPr/>
          <p:nvPr/>
        </p:nvSpPr>
        <p:spPr>
          <a:xfrm>
            <a:off x="11795716" y="31176289"/>
            <a:ext cx="1670037" cy="188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(f) Overlap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338F31-C6D2-415B-ADE9-D6F472DCAF40}"/>
              </a:ext>
            </a:extLst>
          </p:cNvPr>
          <p:cNvSpPr/>
          <p:nvPr/>
        </p:nvSpPr>
        <p:spPr>
          <a:xfrm>
            <a:off x="13591569" y="31176289"/>
            <a:ext cx="1670037" cy="188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(f) Overlap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61A1AB9-E3D3-4C3C-99A5-29004B03C0B1}"/>
              </a:ext>
            </a:extLst>
          </p:cNvPr>
          <p:cNvSpPr/>
          <p:nvPr/>
        </p:nvSpPr>
        <p:spPr>
          <a:xfrm>
            <a:off x="15467647" y="31171024"/>
            <a:ext cx="1670037" cy="188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(f) Overlap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2F07D19-C1FD-457E-A54E-99F83311B9A4}"/>
              </a:ext>
            </a:extLst>
          </p:cNvPr>
          <p:cNvSpPr/>
          <p:nvPr/>
        </p:nvSpPr>
        <p:spPr>
          <a:xfrm>
            <a:off x="17228885" y="31171024"/>
            <a:ext cx="1670037" cy="188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(f) Overlap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170123-0CFB-4D75-AA78-3114F6554EB5}"/>
              </a:ext>
            </a:extLst>
          </p:cNvPr>
          <p:cNvSpPr/>
          <p:nvPr/>
        </p:nvSpPr>
        <p:spPr>
          <a:xfrm>
            <a:off x="18500036" y="31171024"/>
            <a:ext cx="1670037" cy="188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(f) Overlap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D9B4247-573A-4BE1-B429-060CC6CA53A1}"/>
              </a:ext>
            </a:extLst>
          </p:cNvPr>
          <p:cNvSpPr/>
          <p:nvPr/>
        </p:nvSpPr>
        <p:spPr>
          <a:xfrm>
            <a:off x="19815833" y="31171168"/>
            <a:ext cx="1670037" cy="188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(f) Overlap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8D586A3-8327-442C-A8E2-356EDE68770F}"/>
              </a:ext>
            </a:extLst>
          </p:cNvPr>
          <p:cNvSpPr/>
          <p:nvPr/>
        </p:nvSpPr>
        <p:spPr>
          <a:xfrm>
            <a:off x="7615474" y="30457303"/>
            <a:ext cx="1670037" cy="2521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(f) Overlap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C601650-D90C-4AE8-AE59-96326343BA98}"/>
              </a:ext>
            </a:extLst>
          </p:cNvPr>
          <p:cNvSpPr/>
          <p:nvPr/>
        </p:nvSpPr>
        <p:spPr>
          <a:xfrm>
            <a:off x="9774097" y="30457303"/>
            <a:ext cx="1670037" cy="2521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(f) Overlap</a:t>
            </a:r>
            <a:endParaRPr lang="ko-KR" altLang="en-US" sz="1400">
              <a:solidFill>
                <a:schemeClr val="tx1"/>
              </a:solidFill>
            </a:endParaRPr>
          </a:p>
        </p:txBody>
      </p:sp>
      <p:pic>
        <p:nvPicPr>
          <p:cNvPr id="22" name="Picture 9">
            <a:extLst>
              <a:ext uri="{FF2B5EF4-FFF2-40B4-BE49-F238E27FC236}">
                <a16:creationId xmlns:a16="http://schemas.microsoft.com/office/drawing/2014/main" id="{AA1418E7-A442-4FF2-B8A1-CACBB641F9B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/>
          </a:blip>
          <a:srcRect t="5318" b="24232"/>
          <a:stretch/>
        </p:blipFill>
        <p:spPr>
          <a:xfrm>
            <a:off x="12559289" y="17320384"/>
            <a:ext cx="12679266" cy="593925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FE2E1F8B-AA72-4BAC-8D0B-606AABB5BA31}"/>
              </a:ext>
            </a:extLst>
          </p:cNvPr>
          <p:cNvSpPr/>
          <p:nvPr/>
        </p:nvSpPr>
        <p:spPr>
          <a:xfrm>
            <a:off x="25238555" y="17445696"/>
            <a:ext cx="1656184" cy="56886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Global Mean Pooling + Global Max Pooling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1A3388A-2090-4057-AA4A-E13CBA1CD7D7}"/>
              </a:ext>
            </a:extLst>
          </p:cNvPr>
          <p:cNvSpPr/>
          <p:nvPr/>
        </p:nvSpPr>
        <p:spPr>
          <a:xfrm>
            <a:off x="27019017" y="17445696"/>
            <a:ext cx="1656184" cy="56886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6-class classification</a:t>
            </a:r>
            <a:endParaRPr lang="ko-KR" altLang="en-US" sz="1400">
              <a:solidFill>
                <a:schemeClr val="tx1"/>
              </a:solidFill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449769F-E92C-4025-8ED0-13B4A30FF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849" y="17845223"/>
            <a:ext cx="12033898" cy="544441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8130767B-5709-493B-BFC4-07058EB84D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01" y="9576899"/>
            <a:ext cx="20236485" cy="6896100"/>
          </a:xfrm>
          <a:prstGeom prst="rect">
            <a:avLst/>
          </a:prstGeom>
        </p:spPr>
      </p:pic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5C56025E-FF73-4A4C-A2D3-426C79A9996A}"/>
              </a:ext>
            </a:extLst>
          </p:cNvPr>
          <p:cNvGrpSpPr/>
          <p:nvPr/>
        </p:nvGrpSpPr>
        <p:grpSpPr>
          <a:xfrm>
            <a:off x="2308442" y="3870854"/>
            <a:ext cx="9636388" cy="4681826"/>
            <a:chOff x="1421195" y="919860"/>
            <a:chExt cx="9636388" cy="4681826"/>
          </a:xfrm>
        </p:grpSpPr>
        <p:sp>
          <p:nvSpPr>
            <p:cNvPr id="139" name="타원 138">
              <a:extLst>
                <a:ext uri="{FF2B5EF4-FFF2-40B4-BE49-F238E27FC236}">
                  <a16:creationId xmlns:a16="http://schemas.microsoft.com/office/drawing/2014/main" id="{4AFC55A2-956B-464B-9EAD-EBBA86F6C9F5}"/>
                </a:ext>
              </a:extLst>
            </p:cNvPr>
            <p:cNvSpPr/>
            <p:nvPr/>
          </p:nvSpPr>
          <p:spPr>
            <a:xfrm>
              <a:off x="2000634" y="2264521"/>
              <a:ext cx="306845" cy="29457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441A8146-9586-43E8-9A9B-7769B0A70750}"/>
                </a:ext>
              </a:extLst>
            </p:cNvPr>
            <p:cNvSpPr/>
            <p:nvPr/>
          </p:nvSpPr>
          <p:spPr>
            <a:xfrm>
              <a:off x="2000633" y="2797925"/>
              <a:ext cx="306845" cy="29457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타원 140">
              <a:extLst>
                <a:ext uri="{FF2B5EF4-FFF2-40B4-BE49-F238E27FC236}">
                  <a16:creationId xmlns:a16="http://schemas.microsoft.com/office/drawing/2014/main" id="{A6A37E86-A2B4-467F-ACCB-80B2F46E1206}"/>
                </a:ext>
              </a:extLst>
            </p:cNvPr>
            <p:cNvSpPr/>
            <p:nvPr/>
          </p:nvSpPr>
          <p:spPr>
            <a:xfrm>
              <a:off x="2000633" y="3335157"/>
              <a:ext cx="306845" cy="29457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타원 141">
              <a:extLst>
                <a:ext uri="{FF2B5EF4-FFF2-40B4-BE49-F238E27FC236}">
                  <a16:creationId xmlns:a16="http://schemas.microsoft.com/office/drawing/2014/main" id="{5B2C67EA-504C-4728-9202-F100852CEABC}"/>
                </a:ext>
              </a:extLst>
            </p:cNvPr>
            <p:cNvSpPr/>
            <p:nvPr/>
          </p:nvSpPr>
          <p:spPr>
            <a:xfrm>
              <a:off x="2000633" y="4226163"/>
              <a:ext cx="306845" cy="29457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타원 142">
              <a:extLst>
                <a:ext uri="{FF2B5EF4-FFF2-40B4-BE49-F238E27FC236}">
                  <a16:creationId xmlns:a16="http://schemas.microsoft.com/office/drawing/2014/main" id="{0C9B4AA4-15D7-4057-9178-12F43230281C}"/>
                </a:ext>
              </a:extLst>
            </p:cNvPr>
            <p:cNvSpPr/>
            <p:nvPr/>
          </p:nvSpPr>
          <p:spPr>
            <a:xfrm>
              <a:off x="3678760" y="2368848"/>
              <a:ext cx="306845" cy="2945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1E626C2B-E796-48A1-9596-68B879255B7B}"/>
                </a:ext>
              </a:extLst>
            </p:cNvPr>
            <p:cNvSpPr/>
            <p:nvPr/>
          </p:nvSpPr>
          <p:spPr>
            <a:xfrm>
              <a:off x="3678761" y="2974997"/>
              <a:ext cx="306845" cy="2945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43107B67-BAAC-4B8E-9FBB-456FB40597A7}"/>
                </a:ext>
              </a:extLst>
            </p:cNvPr>
            <p:cNvSpPr/>
            <p:nvPr/>
          </p:nvSpPr>
          <p:spPr>
            <a:xfrm>
              <a:off x="3678760" y="4226163"/>
              <a:ext cx="306845" cy="2945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522D5A71-7091-4050-915B-E9B854656371}"/>
                </a:ext>
              </a:extLst>
            </p:cNvPr>
            <p:cNvSpPr/>
            <p:nvPr/>
          </p:nvSpPr>
          <p:spPr>
            <a:xfrm>
              <a:off x="1811031" y="2086550"/>
              <a:ext cx="699015" cy="2608188"/>
            </a:xfrm>
            <a:prstGeom prst="round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D8FF1F6F-B514-4AB7-9419-287713E0D44C}"/>
                </a:ext>
              </a:extLst>
            </p:cNvPr>
            <p:cNvSpPr/>
            <p:nvPr/>
          </p:nvSpPr>
          <p:spPr>
            <a:xfrm>
              <a:off x="3476189" y="2086550"/>
              <a:ext cx="673077" cy="2608188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8" name="직선 화살표 연결선 147">
              <a:extLst>
                <a:ext uri="{FF2B5EF4-FFF2-40B4-BE49-F238E27FC236}">
                  <a16:creationId xmlns:a16="http://schemas.microsoft.com/office/drawing/2014/main" id="{458922E1-77AC-4AA9-840D-57D37C0A9013}"/>
                </a:ext>
              </a:extLst>
            </p:cNvPr>
            <p:cNvCxnSpPr>
              <a:cxnSpLocks/>
              <a:stCxn id="139" idx="6"/>
            </p:cNvCxnSpPr>
            <p:nvPr/>
          </p:nvCxnSpPr>
          <p:spPr>
            <a:xfrm>
              <a:off x="2307479" y="2411807"/>
              <a:ext cx="1371281" cy="1472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직선 화살표 연결선 148">
              <a:extLst>
                <a:ext uri="{FF2B5EF4-FFF2-40B4-BE49-F238E27FC236}">
                  <a16:creationId xmlns:a16="http://schemas.microsoft.com/office/drawing/2014/main" id="{B2874D53-C7D2-461E-92EB-A9A2F4AD24EF}"/>
                </a:ext>
              </a:extLst>
            </p:cNvPr>
            <p:cNvCxnSpPr>
              <a:cxnSpLocks/>
              <a:stCxn id="139" idx="6"/>
            </p:cNvCxnSpPr>
            <p:nvPr/>
          </p:nvCxnSpPr>
          <p:spPr>
            <a:xfrm>
              <a:off x="2307479" y="2411807"/>
              <a:ext cx="1371281" cy="7364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직선 화살표 연결선 149">
              <a:extLst>
                <a:ext uri="{FF2B5EF4-FFF2-40B4-BE49-F238E27FC236}">
                  <a16:creationId xmlns:a16="http://schemas.microsoft.com/office/drawing/2014/main" id="{71882F77-A912-4D18-B727-2C61431C3B9A}"/>
                </a:ext>
              </a:extLst>
            </p:cNvPr>
            <p:cNvCxnSpPr>
              <a:cxnSpLocks/>
            </p:cNvCxnSpPr>
            <p:nvPr/>
          </p:nvCxnSpPr>
          <p:spPr>
            <a:xfrm>
              <a:off x="2307476" y="2411807"/>
              <a:ext cx="1371281" cy="20129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직선 화살표 연결선 150">
              <a:extLst>
                <a:ext uri="{FF2B5EF4-FFF2-40B4-BE49-F238E27FC236}">
                  <a16:creationId xmlns:a16="http://schemas.microsoft.com/office/drawing/2014/main" id="{6E414D23-7760-4A20-9946-039AE908DF96}"/>
                </a:ext>
              </a:extLst>
            </p:cNvPr>
            <p:cNvCxnSpPr>
              <a:cxnSpLocks/>
              <a:stCxn id="140" idx="6"/>
            </p:cNvCxnSpPr>
            <p:nvPr/>
          </p:nvCxnSpPr>
          <p:spPr>
            <a:xfrm flipV="1">
              <a:off x="2307478" y="2559093"/>
              <a:ext cx="1371279" cy="3861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화살표 연결선 151">
              <a:extLst>
                <a:ext uri="{FF2B5EF4-FFF2-40B4-BE49-F238E27FC236}">
                  <a16:creationId xmlns:a16="http://schemas.microsoft.com/office/drawing/2014/main" id="{2376EC51-4C70-4705-8287-4BF24DBAB11C}"/>
                </a:ext>
              </a:extLst>
            </p:cNvPr>
            <p:cNvCxnSpPr>
              <a:cxnSpLocks/>
              <a:endCxn id="144" idx="2"/>
            </p:cNvCxnSpPr>
            <p:nvPr/>
          </p:nvCxnSpPr>
          <p:spPr>
            <a:xfrm>
              <a:off x="2307472" y="2945211"/>
              <a:ext cx="1371289" cy="1770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화살표 연결선 152">
              <a:extLst>
                <a:ext uri="{FF2B5EF4-FFF2-40B4-BE49-F238E27FC236}">
                  <a16:creationId xmlns:a16="http://schemas.microsoft.com/office/drawing/2014/main" id="{49698429-C164-4727-BFC1-25D932AA854A}"/>
                </a:ext>
              </a:extLst>
            </p:cNvPr>
            <p:cNvCxnSpPr>
              <a:cxnSpLocks/>
            </p:cNvCxnSpPr>
            <p:nvPr/>
          </p:nvCxnSpPr>
          <p:spPr>
            <a:xfrm>
              <a:off x="2307468" y="2945211"/>
              <a:ext cx="1371279" cy="147950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화살표 연결선 153">
              <a:extLst>
                <a:ext uri="{FF2B5EF4-FFF2-40B4-BE49-F238E27FC236}">
                  <a16:creationId xmlns:a16="http://schemas.microsoft.com/office/drawing/2014/main" id="{B781CD28-7122-4307-96C0-CE5535A357C1}"/>
                </a:ext>
              </a:extLst>
            </p:cNvPr>
            <p:cNvCxnSpPr>
              <a:cxnSpLocks/>
              <a:stCxn id="141" idx="6"/>
            </p:cNvCxnSpPr>
            <p:nvPr/>
          </p:nvCxnSpPr>
          <p:spPr>
            <a:xfrm>
              <a:off x="2307478" y="3482443"/>
              <a:ext cx="1371269" cy="9175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화살표 연결선 154">
              <a:extLst>
                <a:ext uri="{FF2B5EF4-FFF2-40B4-BE49-F238E27FC236}">
                  <a16:creationId xmlns:a16="http://schemas.microsoft.com/office/drawing/2014/main" id="{94D8925A-0867-4E9C-95CB-8CD1D047C994}"/>
                </a:ext>
              </a:extLst>
            </p:cNvPr>
            <p:cNvCxnSpPr>
              <a:cxnSpLocks/>
              <a:stCxn id="141" idx="6"/>
            </p:cNvCxnSpPr>
            <p:nvPr/>
          </p:nvCxnSpPr>
          <p:spPr>
            <a:xfrm flipV="1">
              <a:off x="2307478" y="3122283"/>
              <a:ext cx="1371269" cy="3601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화살표 연결선 155">
              <a:extLst>
                <a:ext uri="{FF2B5EF4-FFF2-40B4-BE49-F238E27FC236}">
                  <a16:creationId xmlns:a16="http://schemas.microsoft.com/office/drawing/2014/main" id="{C5D84B5B-1A51-4E50-9BB6-533ED756BF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7458" y="2516134"/>
              <a:ext cx="1371269" cy="9663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화살표 연결선 156">
              <a:extLst>
                <a:ext uri="{FF2B5EF4-FFF2-40B4-BE49-F238E27FC236}">
                  <a16:creationId xmlns:a16="http://schemas.microsoft.com/office/drawing/2014/main" id="{3F3CA887-C5F1-416D-B54B-DE732A2E31D5}"/>
                </a:ext>
              </a:extLst>
            </p:cNvPr>
            <p:cNvCxnSpPr>
              <a:cxnSpLocks/>
              <a:stCxn id="142" idx="6"/>
            </p:cNvCxnSpPr>
            <p:nvPr/>
          </p:nvCxnSpPr>
          <p:spPr>
            <a:xfrm>
              <a:off x="2307478" y="4373449"/>
              <a:ext cx="137124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화살표 연결선 157">
              <a:extLst>
                <a:ext uri="{FF2B5EF4-FFF2-40B4-BE49-F238E27FC236}">
                  <a16:creationId xmlns:a16="http://schemas.microsoft.com/office/drawing/2014/main" id="{955C9CD2-0C64-45A9-848C-FF165D677BA8}"/>
                </a:ext>
              </a:extLst>
            </p:cNvPr>
            <p:cNvCxnSpPr>
              <a:cxnSpLocks/>
              <a:stCxn id="142" idx="6"/>
              <a:endCxn id="144" idx="2"/>
            </p:cNvCxnSpPr>
            <p:nvPr/>
          </p:nvCxnSpPr>
          <p:spPr>
            <a:xfrm flipV="1">
              <a:off x="2307478" y="3122283"/>
              <a:ext cx="1371283" cy="12511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화살표 연결선 158">
              <a:extLst>
                <a:ext uri="{FF2B5EF4-FFF2-40B4-BE49-F238E27FC236}">
                  <a16:creationId xmlns:a16="http://schemas.microsoft.com/office/drawing/2014/main" id="{6C1F22F4-FA88-45A9-ABDC-56755F2CDA28}"/>
                </a:ext>
              </a:extLst>
            </p:cNvPr>
            <p:cNvCxnSpPr>
              <a:cxnSpLocks/>
              <a:stCxn id="142" idx="6"/>
              <a:endCxn id="143" idx="2"/>
            </p:cNvCxnSpPr>
            <p:nvPr/>
          </p:nvCxnSpPr>
          <p:spPr>
            <a:xfrm flipV="1">
              <a:off x="2307478" y="2516134"/>
              <a:ext cx="1371282" cy="18573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3AF1EFBD-478D-4A95-89D8-AFCE54EFC957}"/>
                </a:ext>
              </a:extLst>
            </p:cNvPr>
            <p:cNvSpPr/>
            <p:nvPr/>
          </p:nvSpPr>
          <p:spPr>
            <a:xfrm>
              <a:off x="5273335" y="2368848"/>
              <a:ext cx="306845" cy="2945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A4037F91-C4A8-4957-B879-E9796D7F4B25}"/>
                </a:ext>
              </a:extLst>
            </p:cNvPr>
            <p:cNvSpPr/>
            <p:nvPr/>
          </p:nvSpPr>
          <p:spPr>
            <a:xfrm>
              <a:off x="5269892" y="2974997"/>
              <a:ext cx="306845" cy="2945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타원 161">
              <a:extLst>
                <a:ext uri="{FF2B5EF4-FFF2-40B4-BE49-F238E27FC236}">
                  <a16:creationId xmlns:a16="http://schemas.microsoft.com/office/drawing/2014/main" id="{92743DEB-C6E6-4BF7-8AD6-F34E518CE953}"/>
                </a:ext>
              </a:extLst>
            </p:cNvPr>
            <p:cNvSpPr/>
            <p:nvPr/>
          </p:nvSpPr>
          <p:spPr>
            <a:xfrm>
              <a:off x="5273335" y="4226163"/>
              <a:ext cx="306845" cy="2945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3" name="직선 화살표 연결선 162">
              <a:extLst>
                <a:ext uri="{FF2B5EF4-FFF2-40B4-BE49-F238E27FC236}">
                  <a16:creationId xmlns:a16="http://schemas.microsoft.com/office/drawing/2014/main" id="{7153AA57-FAFC-4440-9F29-CBF296A09114}"/>
                </a:ext>
              </a:extLst>
            </p:cNvPr>
            <p:cNvCxnSpPr>
              <a:stCxn id="143" idx="6"/>
              <a:endCxn id="160" idx="2"/>
            </p:cNvCxnSpPr>
            <p:nvPr/>
          </p:nvCxnSpPr>
          <p:spPr>
            <a:xfrm>
              <a:off x="3985605" y="2516134"/>
              <a:ext cx="128773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화살표 연결선 163">
              <a:extLst>
                <a:ext uri="{FF2B5EF4-FFF2-40B4-BE49-F238E27FC236}">
                  <a16:creationId xmlns:a16="http://schemas.microsoft.com/office/drawing/2014/main" id="{7B7E580A-D1C3-4705-84BD-512BED625045}"/>
                </a:ext>
              </a:extLst>
            </p:cNvPr>
            <p:cNvCxnSpPr>
              <a:cxnSpLocks/>
              <a:endCxn id="161" idx="2"/>
            </p:cNvCxnSpPr>
            <p:nvPr/>
          </p:nvCxnSpPr>
          <p:spPr>
            <a:xfrm>
              <a:off x="3985605" y="2516134"/>
              <a:ext cx="1284287" cy="60614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직선 화살표 연결선 164">
              <a:extLst>
                <a:ext uri="{FF2B5EF4-FFF2-40B4-BE49-F238E27FC236}">
                  <a16:creationId xmlns:a16="http://schemas.microsoft.com/office/drawing/2014/main" id="{9AD68FF9-0F6C-4BAE-9F0F-DE770704F1EE}"/>
                </a:ext>
              </a:extLst>
            </p:cNvPr>
            <p:cNvCxnSpPr>
              <a:cxnSpLocks/>
              <a:stCxn id="143" idx="6"/>
              <a:endCxn id="162" idx="2"/>
            </p:cNvCxnSpPr>
            <p:nvPr/>
          </p:nvCxnSpPr>
          <p:spPr>
            <a:xfrm>
              <a:off x="3985605" y="2516134"/>
              <a:ext cx="1287730" cy="18573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직선 화살표 연결선 165">
              <a:extLst>
                <a:ext uri="{FF2B5EF4-FFF2-40B4-BE49-F238E27FC236}">
                  <a16:creationId xmlns:a16="http://schemas.microsoft.com/office/drawing/2014/main" id="{004A0C34-D7FB-456A-9E93-C72177D01808}"/>
                </a:ext>
              </a:extLst>
            </p:cNvPr>
            <p:cNvCxnSpPr>
              <a:cxnSpLocks/>
              <a:stCxn id="144" idx="6"/>
              <a:endCxn id="160" idx="2"/>
            </p:cNvCxnSpPr>
            <p:nvPr/>
          </p:nvCxnSpPr>
          <p:spPr>
            <a:xfrm flipV="1">
              <a:off x="3985606" y="2516134"/>
              <a:ext cx="1287729" cy="60614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직선 화살표 연결선 166">
              <a:extLst>
                <a:ext uri="{FF2B5EF4-FFF2-40B4-BE49-F238E27FC236}">
                  <a16:creationId xmlns:a16="http://schemas.microsoft.com/office/drawing/2014/main" id="{D78F2C45-AB69-4774-BC38-847CC72A3744}"/>
                </a:ext>
              </a:extLst>
            </p:cNvPr>
            <p:cNvCxnSpPr>
              <a:cxnSpLocks/>
              <a:stCxn id="144" idx="6"/>
              <a:endCxn id="161" idx="2"/>
            </p:cNvCxnSpPr>
            <p:nvPr/>
          </p:nvCxnSpPr>
          <p:spPr>
            <a:xfrm>
              <a:off x="3985606" y="3122283"/>
              <a:ext cx="128428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화살표 연결선 167">
              <a:extLst>
                <a:ext uri="{FF2B5EF4-FFF2-40B4-BE49-F238E27FC236}">
                  <a16:creationId xmlns:a16="http://schemas.microsoft.com/office/drawing/2014/main" id="{4836620C-48E1-485C-BD0D-85939BB28D4E}"/>
                </a:ext>
              </a:extLst>
            </p:cNvPr>
            <p:cNvCxnSpPr>
              <a:cxnSpLocks/>
              <a:stCxn id="144" idx="6"/>
              <a:endCxn id="162" idx="2"/>
            </p:cNvCxnSpPr>
            <p:nvPr/>
          </p:nvCxnSpPr>
          <p:spPr>
            <a:xfrm>
              <a:off x="3985606" y="3122283"/>
              <a:ext cx="1287729" cy="12511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직선 화살표 연결선 168">
              <a:extLst>
                <a:ext uri="{FF2B5EF4-FFF2-40B4-BE49-F238E27FC236}">
                  <a16:creationId xmlns:a16="http://schemas.microsoft.com/office/drawing/2014/main" id="{8FF87FF2-E0C6-461E-8D81-296F8AB71F4C}"/>
                </a:ext>
              </a:extLst>
            </p:cNvPr>
            <p:cNvCxnSpPr>
              <a:cxnSpLocks/>
              <a:stCxn id="145" idx="6"/>
              <a:endCxn id="162" idx="2"/>
            </p:cNvCxnSpPr>
            <p:nvPr/>
          </p:nvCxnSpPr>
          <p:spPr>
            <a:xfrm>
              <a:off x="3985605" y="4373449"/>
              <a:ext cx="128773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직선 화살표 연결선 169">
              <a:extLst>
                <a:ext uri="{FF2B5EF4-FFF2-40B4-BE49-F238E27FC236}">
                  <a16:creationId xmlns:a16="http://schemas.microsoft.com/office/drawing/2014/main" id="{338E98A9-B8D2-42EB-949B-6DF9E9518C33}"/>
                </a:ext>
              </a:extLst>
            </p:cNvPr>
            <p:cNvCxnSpPr>
              <a:cxnSpLocks/>
              <a:stCxn id="145" idx="6"/>
              <a:endCxn id="161" idx="2"/>
            </p:cNvCxnSpPr>
            <p:nvPr/>
          </p:nvCxnSpPr>
          <p:spPr>
            <a:xfrm flipV="1">
              <a:off x="3985605" y="3122283"/>
              <a:ext cx="1284287" cy="12511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직선 화살표 연결선 170">
              <a:extLst>
                <a:ext uri="{FF2B5EF4-FFF2-40B4-BE49-F238E27FC236}">
                  <a16:creationId xmlns:a16="http://schemas.microsoft.com/office/drawing/2014/main" id="{E5469FBE-03E1-4414-807D-30853E94C3C6}"/>
                </a:ext>
              </a:extLst>
            </p:cNvPr>
            <p:cNvCxnSpPr>
              <a:cxnSpLocks/>
              <a:stCxn id="145" idx="6"/>
              <a:endCxn id="160" idx="2"/>
            </p:cNvCxnSpPr>
            <p:nvPr/>
          </p:nvCxnSpPr>
          <p:spPr>
            <a:xfrm flipV="1">
              <a:off x="3985605" y="2516134"/>
              <a:ext cx="1287730" cy="18573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사각형: 둥근 모서리 171">
              <a:extLst>
                <a:ext uri="{FF2B5EF4-FFF2-40B4-BE49-F238E27FC236}">
                  <a16:creationId xmlns:a16="http://schemas.microsoft.com/office/drawing/2014/main" id="{19FBFEDC-82D4-4A88-B87B-18A94CFC2276}"/>
                </a:ext>
              </a:extLst>
            </p:cNvPr>
            <p:cNvSpPr/>
            <p:nvPr/>
          </p:nvSpPr>
          <p:spPr>
            <a:xfrm>
              <a:off x="5026415" y="2086550"/>
              <a:ext cx="687332" cy="2608188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78BF868F-E325-465E-B425-B3E3213BC347}"/>
                </a:ext>
              </a:extLst>
            </p:cNvPr>
            <p:cNvSpPr txBox="1"/>
            <p:nvPr/>
          </p:nvSpPr>
          <p:spPr>
            <a:xfrm>
              <a:off x="6172381" y="2710581"/>
              <a:ext cx="6873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ko-KR" altLang="en-US" sz="3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21D92171-73A8-4A53-90BF-AAC382788ECA}"/>
                </a:ext>
              </a:extLst>
            </p:cNvPr>
            <p:cNvSpPr/>
            <p:nvPr/>
          </p:nvSpPr>
          <p:spPr>
            <a:xfrm>
              <a:off x="7214340" y="2368848"/>
              <a:ext cx="306845" cy="2945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EE8C7C73-451B-42E9-B19D-11F80BB928DD}"/>
                </a:ext>
              </a:extLst>
            </p:cNvPr>
            <p:cNvSpPr/>
            <p:nvPr/>
          </p:nvSpPr>
          <p:spPr>
            <a:xfrm>
              <a:off x="7210897" y="2974997"/>
              <a:ext cx="306845" cy="2945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143A36E1-C827-4507-8FEC-4CA9D209AD16}"/>
                </a:ext>
              </a:extLst>
            </p:cNvPr>
            <p:cNvSpPr/>
            <p:nvPr/>
          </p:nvSpPr>
          <p:spPr>
            <a:xfrm>
              <a:off x="7214340" y="4226163"/>
              <a:ext cx="306845" cy="2945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2954456B-6214-47D3-AF26-2B5555E67577}"/>
                </a:ext>
              </a:extLst>
            </p:cNvPr>
            <p:cNvSpPr/>
            <p:nvPr/>
          </p:nvSpPr>
          <p:spPr>
            <a:xfrm>
              <a:off x="7001774" y="2086550"/>
              <a:ext cx="687333" cy="2608188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3D9F0CE1-A519-41D7-9D5A-5DB1A1A3CF3C}"/>
                </a:ext>
              </a:extLst>
            </p:cNvPr>
            <p:cNvSpPr txBox="1"/>
            <p:nvPr/>
          </p:nvSpPr>
          <p:spPr>
            <a:xfrm rot="5400000">
              <a:off x="1969716" y="3704956"/>
              <a:ext cx="68733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36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ko-KR" altLang="en-US" sz="3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11F8E5AA-5BD2-4644-A50D-37676CD967BB}"/>
                </a:ext>
              </a:extLst>
            </p:cNvPr>
            <p:cNvSpPr txBox="1"/>
            <p:nvPr/>
          </p:nvSpPr>
          <p:spPr>
            <a:xfrm rot="5400000">
              <a:off x="3622405" y="3561256"/>
              <a:ext cx="6873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ko-KR" altLang="en-US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95E031D9-1EC4-42B1-89B2-ED7FB6D57E1D}"/>
                </a:ext>
              </a:extLst>
            </p:cNvPr>
            <p:cNvSpPr txBox="1"/>
            <p:nvPr/>
          </p:nvSpPr>
          <p:spPr>
            <a:xfrm rot="5400000">
              <a:off x="5207508" y="3559330"/>
              <a:ext cx="6873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ko-KR" altLang="en-US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사각형: 둥근 모서리 180">
              <a:extLst>
                <a:ext uri="{FF2B5EF4-FFF2-40B4-BE49-F238E27FC236}">
                  <a16:creationId xmlns:a16="http://schemas.microsoft.com/office/drawing/2014/main" id="{3D6E983A-22D1-479B-948C-103A9D5FDC2A}"/>
                </a:ext>
              </a:extLst>
            </p:cNvPr>
            <p:cNvSpPr/>
            <p:nvPr/>
          </p:nvSpPr>
          <p:spPr>
            <a:xfrm>
              <a:off x="8783646" y="1650829"/>
              <a:ext cx="687332" cy="3522587"/>
            </a:xfrm>
            <a:prstGeom prst="round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" name="타원 181">
              <a:extLst>
                <a:ext uri="{FF2B5EF4-FFF2-40B4-BE49-F238E27FC236}">
                  <a16:creationId xmlns:a16="http://schemas.microsoft.com/office/drawing/2014/main" id="{83667797-4F05-4D45-836E-108FE1DB2026}"/>
                </a:ext>
              </a:extLst>
            </p:cNvPr>
            <p:cNvSpPr/>
            <p:nvPr/>
          </p:nvSpPr>
          <p:spPr>
            <a:xfrm>
              <a:off x="8957609" y="1886599"/>
              <a:ext cx="306845" cy="2945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타원 182">
              <a:extLst>
                <a:ext uri="{FF2B5EF4-FFF2-40B4-BE49-F238E27FC236}">
                  <a16:creationId xmlns:a16="http://schemas.microsoft.com/office/drawing/2014/main" id="{E2E0A126-A25F-41DE-B392-AE61CBC85CC4}"/>
                </a:ext>
              </a:extLst>
            </p:cNvPr>
            <p:cNvSpPr/>
            <p:nvPr/>
          </p:nvSpPr>
          <p:spPr>
            <a:xfrm>
              <a:off x="8955009" y="2411807"/>
              <a:ext cx="306845" cy="2945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타원 183">
              <a:extLst>
                <a:ext uri="{FF2B5EF4-FFF2-40B4-BE49-F238E27FC236}">
                  <a16:creationId xmlns:a16="http://schemas.microsoft.com/office/drawing/2014/main" id="{ED78AA1A-B2CB-436C-9A5B-D9F780BD070D}"/>
                </a:ext>
              </a:extLst>
            </p:cNvPr>
            <p:cNvSpPr/>
            <p:nvPr/>
          </p:nvSpPr>
          <p:spPr>
            <a:xfrm>
              <a:off x="8957451" y="2956586"/>
              <a:ext cx="306845" cy="2945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21318F73-32A7-43CA-A516-965BB39941B0}"/>
                </a:ext>
              </a:extLst>
            </p:cNvPr>
            <p:cNvSpPr/>
            <p:nvPr/>
          </p:nvSpPr>
          <p:spPr>
            <a:xfrm>
              <a:off x="8957451" y="3501885"/>
              <a:ext cx="306845" cy="2945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6" name="타원 185">
              <a:extLst>
                <a:ext uri="{FF2B5EF4-FFF2-40B4-BE49-F238E27FC236}">
                  <a16:creationId xmlns:a16="http://schemas.microsoft.com/office/drawing/2014/main" id="{4867B5A4-6BDB-423D-9DFB-2C6A4631C7CA}"/>
                </a:ext>
              </a:extLst>
            </p:cNvPr>
            <p:cNvSpPr/>
            <p:nvPr/>
          </p:nvSpPr>
          <p:spPr>
            <a:xfrm>
              <a:off x="8957451" y="4047184"/>
              <a:ext cx="306845" cy="2945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41705B60-8977-49DD-AD08-5B84A00302A2}"/>
                </a:ext>
              </a:extLst>
            </p:cNvPr>
            <p:cNvSpPr/>
            <p:nvPr/>
          </p:nvSpPr>
          <p:spPr>
            <a:xfrm>
              <a:off x="8955009" y="4592483"/>
              <a:ext cx="306845" cy="2945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8" name="직선 화살표 연결선 187">
              <a:extLst>
                <a:ext uri="{FF2B5EF4-FFF2-40B4-BE49-F238E27FC236}">
                  <a16:creationId xmlns:a16="http://schemas.microsoft.com/office/drawing/2014/main" id="{D651844B-26FC-44E1-9B7A-81DBE797BB18}"/>
                </a:ext>
              </a:extLst>
            </p:cNvPr>
            <p:cNvCxnSpPr>
              <a:stCxn id="174" idx="6"/>
              <a:endCxn id="182" idx="2"/>
            </p:cNvCxnSpPr>
            <p:nvPr/>
          </p:nvCxnSpPr>
          <p:spPr>
            <a:xfrm flipV="1">
              <a:off x="7521185" y="2033885"/>
              <a:ext cx="1436424" cy="48224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직선 화살표 연결선 188">
              <a:extLst>
                <a:ext uri="{FF2B5EF4-FFF2-40B4-BE49-F238E27FC236}">
                  <a16:creationId xmlns:a16="http://schemas.microsoft.com/office/drawing/2014/main" id="{091115D2-1FD7-4865-B3B1-3976DF2E0DD3}"/>
                </a:ext>
              </a:extLst>
            </p:cNvPr>
            <p:cNvCxnSpPr>
              <a:cxnSpLocks/>
              <a:stCxn id="175" idx="6"/>
              <a:endCxn id="182" idx="2"/>
            </p:cNvCxnSpPr>
            <p:nvPr/>
          </p:nvCxnSpPr>
          <p:spPr>
            <a:xfrm flipV="1">
              <a:off x="7517742" y="2033885"/>
              <a:ext cx="1439867" cy="10883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직선 화살표 연결선 189">
              <a:extLst>
                <a:ext uri="{FF2B5EF4-FFF2-40B4-BE49-F238E27FC236}">
                  <a16:creationId xmlns:a16="http://schemas.microsoft.com/office/drawing/2014/main" id="{3DEAA8C1-543D-4187-91EA-B39BD9D119F6}"/>
                </a:ext>
              </a:extLst>
            </p:cNvPr>
            <p:cNvCxnSpPr>
              <a:cxnSpLocks/>
              <a:stCxn id="176" idx="6"/>
              <a:endCxn id="182" idx="2"/>
            </p:cNvCxnSpPr>
            <p:nvPr/>
          </p:nvCxnSpPr>
          <p:spPr>
            <a:xfrm flipV="1">
              <a:off x="7521185" y="2033885"/>
              <a:ext cx="1436424" cy="23395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직선 화살표 연결선 190">
              <a:extLst>
                <a:ext uri="{FF2B5EF4-FFF2-40B4-BE49-F238E27FC236}">
                  <a16:creationId xmlns:a16="http://schemas.microsoft.com/office/drawing/2014/main" id="{CED410B1-CB11-4350-BB29-1E843147827F}"/>
                </a:ext>
              </a:extLst>
            </p:cNvPr>
            <p:cNvCxnSpPr>
              <a:cxnSpLocks/>
              <a:stCxn id="174" idx="6"/>
              <a:endCxn id="183" idx="2"/>
            </p:cNvCxnSpPr>
            <p:nvPr/>
          </p:nvCxnSpPr>
          <p:spPr>
            <a:xfrm>
              <a:off x="7521185" y="2516134"/>
              <a:ext cx="1433824" cy="429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직선 화살표 연결선 191">
              <a:extLst>
                <a:ext uri="{FF2B5EF4-FFF2-40B4-BE49-F238E27FC236}">
                  <a16:creationId xmlns:a16="http://schemas.microsoft.com/office/drawing/2014/main" id="{8CAD8CD8-C8F8-410D-878C-4F94F17D9BC5}"/>
                </a:ext>
              </a:extLst>
            </p:cNvPr>
            <p:cNvCxnSpPr>
              <a:cxnSpLocks/>
              <a:stCxn id="175" idx="6"/>
              <a:endCxn id="183" idx="2"/>
            </p:cNvCxnSpPr>
            <p:nvPr/>
          </p:nvCxnSpPr>
          <p:spPr>
            <a:xfrm flipV="1">
              <a:off x="7517742" y="2559093"/>
              <a:ext cx="1437267" cy="5631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직선 화살표 연결선 192">
              <a:extLst>
                <a:ext uri="{FF2B5EF4-FFF2-40B4-BE49-F238E27FC236}">
                  <a16:creationId xmlns:a16="http://schemas.microsoft.com/office/drawing/2014/main" id="{D1A632D8-68AD-4E43-ADA8-2C4B8CD35E42}"/>
                </a:ext>
              </a:extLst>
            </p:cNvPr>
            <p:cNvCxnSpPr>
              <a:cxnSpLocks/>
              <a:stCxn id="176" idx="6"/>
              <a:endCxn id="183" idx="2"/>
            </p:cNvCxnSpPr>
            <p:nvPr/>
          </p:nvCxnSpPr>
          <p:spPr>
            <a:xfrm flipV="1">
              <a:off x="7521185" y="2559093"/>
              <a:ext cx="1433824" cy="18143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직선 화살표 연결선 193">
              <a:extLst>
                <a:ext uri="{FF2B5EF4-FFF2-40B4-BE49-F238E27FC236}">
                  <a16:creationId xmlns:a16="http://schemas.microsoft.com/office/drawing/2014/main" id="{E3DC078F-6378-4511-9072-59DB55675842}"/>
                </a:ext>
              </a:extLst>
            </p:cNvPr>
            <p:cNvCxnSpPr>
              <a:cxnSpLocks/>
              <a:stCxn id="176" idx="6"/>
              <a:endCxn id="184" idx="2"/>
            </p:cNvCxnSpPr>
            <p:nvPr/>
          </p:nvCxnSpPr>
          <p:spPr>
            <a:xfrm flipV="1">
              <a:off x="7521185" y="3103872"/>
              <a:ext cx="1436266" cy="12695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직선 화살표 연결선 194">
              <a:extLst>
                <a:ext uri="{FF2B5EF4-FFF2-40B4-BE49-F238E27FC236}">
                  <a16:creationId xmlns:a16="http://schemas.microsoft.com/office/drawing/2014/main" id="{A00218E5-4516-4E29-B9AF-951BF0863E1D}"/>
                </a:ext>
              </a:extLst>
            </p:cNvPr>
            <p:cNvCxnSpPr>
              <a:cxnSpLocks/>
              <a:stCxn id="175" idx="6"/>
              <a:endCxn id="184" idx="2"/>
            </p:cNvCxnSpPr>
            <p:nvPr/>
          </p:nvCxnSpPr>
          <p:spPr>
            <a:xfrm flipV="1">
              <a:off x="7517742" y="3103872"/>
              <a:ext cx="1439709" cy="1841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직선 화살표 연결선 195">
              <a:extLst>
                <a:ext uri="{FF2B5EF4-FFF2-40B4-BE49-F238E27FC236}">
                  <a16:creationId xmlns:a16="http://schemas.microsoft.com/office/drawing/2014/main" id="{F7CE1560-3081-4ABF-AB5A-F0FA2102F72F}"/>
                </a:ext>
              </a:extLst>
            </p:cNvPr>
            <p:cNvCxnSpPr>
              <a:cxnSpLocks/>
              <a:stCxn id="174" idx="6"/>
              <a:endCxn id="184" idx="2"/>
            </p:cNvCxnSpPr>
            <p:nvPr/>
          </p:nvCxnSpPr>
          <p:spPr>
            <a:xfrm>
              <a:off x="7521185" y="2516134"/>
              <a:ext cx="1436266" cy="5877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직선 화살표 연결선 196">
              <a:extLst>
                <a:ext uri="{FF2B5EF4-FFF2-40B4-BE49-F238E27FC236}">
                  <a16:creationId xmlns:a16="http://schemas.microsoft.com/office/drawing/2014/main" id="{A254253D-8185-4008-9982-4996FCB7076B}"/>
                </a:ext>
              </a:extLst>
            </p:cNvPr>
            <p:cNvCxnSpPr>
              <a:cxnSpLocks/>
              <a:stCxn id="174" idx="6"/>
              <a:endCxn id="185" idx="2"/>
            </p:cNvCxnSpPr>
            <p:nvPr/>
          </p:nvCxnSpPr>
          <p:spPr>
            <a:xfrm>
              <a:off x="7521185" y="2516134"/>
              <a:ext cx="1436266" cy="11330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직선 화살표 연결선 197">
              <a:extLst>
                <a:ext uri="{FF2B5EF4-FFF2-40B4-BE49-F238E27FC236}">
                  <a16:creationId xmlns:a16="http://schemas.microsoft.com/office/drawing/2014/main" id="{7DEC4448-E460-419F-BF43-743DCA51D595}"/>
                </a:ext>
              </a:extLst>
            </p:cNvPr>
            <p:cNvCxnSpPr>
              <a:cxnSpLocks/>
              <a:stCxn id="174" idx="6"/>
              <a:endCxn id="186" idx="2"/>
            </p:cNvCxnSpPr>
            <p:nvPr/>
          </p:nvCxnSpPr>
          <p:spPr>
            <a:xfrm>
              <a:off x="7521185" y="2516134"/>
              <a:ext cx="1436266" cy="167833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직선 화살표 연결선 198">
              <a:extLst>
                <a:ext uri="{FF2B5EF4-FFF2-40B4-BE49-F238E27FC236}">
                  <a16:creationId xmlns:a16="http://schemas.microsoft.com/office/drawing/2014/main" id="{9C6E7E60-6A92-4F92-8932-A8168B810458}"/>
                </a:ext>
              </a:extLst>
            </p:cNvPr>
            <p:cNvCxnSpPr>
              <a:cxnSpLocks/>
              <a:stCxn id="174" idx="6"/>
              <a:endCxn id="187" idx="2"/>
            </p:cNvCxnSpPr>
            <p:nvPr/>
          </p:nvCxnSpPr>
          <p:spPr>
            <a:xfrm>
              <a:off x="7521185" y="2516134"/>
              <a:ext cx="1433824" cy="222363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직선 화살표 연결선 199">
              <a:extLst>
                <a:ext uri="{FF2B5EF4-FFF2-40B4-BE49-F238E27FC236}">
                  <a16:creationId xmlns:a16="http://schemas.microsoft.com/office/drawing/2014/main" id="{B22A2FE8-D5DD-4DD5-92F5-E126B8432713}"/>
                </a:ext>
              </a:extLst>
            </p:cNvPr>
            <p:cNvCxnSpPr>
              <a:cxnSpLocks/>
              <a:stCxn id="175" idx="6"/>
              <a:endCxn id="185" idx="2"/>
            </p:cNvCxnSpPr>
            <p:nvPr/>
          </p:nvCxnSpPr>
          <p:spPr>
            <a:xfrm>
              <a:off x="7517742" y="3122283"/>
              <a:ext cx="1439709" cy="52688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직선 화살표 연결선 200">
              <a:extLst>
                <a:ext uri="{FF2B5EF4-FFF2-40B4-BE49-F238E27FC236}">
                  <a16:creationId xmlns:a16="http://schemas.microsoft.com/office/drawing/2014/main" id="{FCD3D28B-27B8-44C8-B6CA-3DA3E5726C30}"/>
                </a:ext>
              </a:extLst>
            </p:cNvPr>
            <p:cNvCxnSpPr>
              <a:cxnSpLocks/>
              <a:stCxn id="175" idx="6"/>
              <a:endCxn id="186" idx="2"/>
            </p:cNvCxnSpPr>
            <p:nvPr/>
          </p:nvCxnSpPr>
          <p:spPr>
            <a:xfrm>
              <a:off x="7517742" y="3122283"/>
              <a:ext cx="1439709" cy="10721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직선 화살표 연결선 201">
              <a:extLst>
                <a:ext uri="{FF2B5EF4-FFF2-40B4-BE49-F238E27FC236}">
                  <a16:creationId xmlns:a16="http://schemas.microsoft.com/office/drawing/2014/main" id="{B2B334E2-C0EF-4D49-B7DF-91DA2A73767C}"/>
                </a:ext>
              </a:extLst>
            </p:cNvPr>
            <p:cNvCxnSpPr>
              <a:cxnSpLocks/>
              <a:stCxn id="175" idx="6"/>
              <a:endCxn id="187" idx="2"/>
            </p:cNvCxnSpPr>
            <p:nvPr/>
          </p:nvCxnSpPr>
          <p:spPr>
            <a:xfrm>
              <a:off x="7517742" y="3122283"/>
              <a:ext cx="1437267" cy="16174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직선 화살표 연결선 202">
              <a:extLst>
                <a:ext uri="{FF2B5EF4-FFF2-40B4-BE49-F238E27FC236}">
                  <a16:creationId xmlns:a16="http://schemas.microsoft.com/office/drawing/2014/main" id="{9FAC3F3C-CD83-4266-AF12-091BE3886AFD}"/>
                </a:ext>
              </a:extLst>
            </p:cNvPr>
            <p:cNvCxnSpPr>
              <a:cxnSpLocks/>
              <a:stCxn id="176" idx="6"/>
              <a:endCxn id="185" idx="2"/>
            </p:cNvCxnSpPr>
            <p:nvPr/>
          </p:nvCxnSpPr>
          <p:spPr>
            <a:xfrm flipV="1">
              <a:off x="7521185" y="3649171"/>
              <a:ext cx="1436266" cy="7242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직선 화살표 연결선 203">
              <a:extLst>
                <a:ext uri="{FF2B5EF4-FFF2-40B4-BE49-F238E27FC236}">
                  <a16:creationId xmlns:a16="http://schemas.microsoft.com/office/drawing/2014/main" id="{36118AEE-9E50-4A23-B107-6D5CB1D9E469}"/>
                </a:ext>
              </a:extLst>
            </p:cNvPr>
            <p:cNvCxnSpPr>
              <a:cxnSpLocks/>
              <a:stCxn id="176" idx="6"/>
              <a:endCxn id="186" idx="2"/>
            </p:cNvCxnSpPr>
            <p:nvPr/>
          </p:nvCxnSpPr>
          <p:spPr>
            <a:xfrm flipV="1">
              <a:off x="7521185" y="4194470"/>
              <a:ext cx="1436266" cy="1789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직선 화살표 연결선 204">
              <a:extLst>
                <a:ext uri="{FF2B5EF4-FFF2-40B4-BE49-F238E27FC236}">
                  <a16:creationId xmlns:a16="http://schemas.microsoft.com/office/drawing/2014/main" id="{81930679-7860-4160-871B-8145BF6DD7C3}"/>
                </a:ext>
              </a:extLst>
            </p:cNvPr>
            <p:cNvCxnSpPr>
              <a:cxnSpLocks/>
              <a:stCxn id="176" idx="6"/>
              <a:endCxn id="187" idx="2"/>
            </p:cNvCxnSpPr>
            <p:nvPr/>
          </p:nvCxnSpPr>
          <p:spPr>
            <a:xfrm>
              <a:off x="7521185" y="4373449"/>
              <a:ext cx="1433824" cy="366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955B62F2-3080-49DD-A000-31F30D723B59}"/>
                </a:ext>
              </a:extLst>
            </p:cNvPr>
            <p:cNvSpPr txBox="1"/>
            <p:nvPr/>
          </p:nvSpPr>
          <p:spPr>
            <a:xfrm>
              <a:off x="1421195" y="920985"/>
              <a:ext cx="1439866" cy="700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Input layer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64x64x64</a:t>
              </a:r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962F5552-F4F4-4374-A751-576F099E672F}"/>
                </a:ext>
              </a:extLst>
            </p:cNvPr>
            <p:cNvSpPr txBox="1"/>
            <p:nvPr/>
          </p:nvSpPr>
          <p:spPr>
            <a:xfrm>
              <a:off x="4627313" y="1020081"/>
              <a:ext cx="14696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Hidden Layer 2</a:t>
              </a:r>
            </a:p>
            <a:p>
              <a:pPr algn="ctr"/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024252A4-F98F-405D-952A-0BB5B83D0E0F}"/>
                </a:ext>
              </a:extLst>
            </p:cNvPr>
            <p:cNvSpPr txBox="1"/>
            <p:nvPr/>
          </p:nvSpPr>
          <p:spPr>
            <a:xfrm>
              <a:off x="8397727" y="919860"/>
              <a:ext cx="1421408" cy="700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Output layer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6-Class</a:t>
              </a:r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82124EE3-5174-496F-A290-0B7B27F7F9A8}"/>
                </a:ext>
              </a:extLst>
            </p:cNvPr>
            <p:cNvSpPr txBox="1"/>
            <p:nvPr/>
          </p:nvSpPr>
          <p:spPr>
            <a:xfrm>
              <a:off x="3387093" y="4842095"/>
              <a:ext cx="10822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Activation</a:t>
              </a:r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6F1EB366-8D57-49EF-8400-D4484978F000}"/>
                </a:ext>
              </a:extLst>
            </p:cNvPr>
            <p:cNvSpPr txBox="1"/>
            <p:nvPr/>
          </p:nvSpPr>
          <p:spPr>
            <a:xfrm>
              <a:off x="4970047" y="4842095"/>
              <a:ext cx="10385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Activation</a:t>
              </a:r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0DDC24BF-564D-45A7-B9A0-380303184A8E}"/>
                </a:ext>
              </a:extLst>
            </p:cNvPr>
            <p:cNvSpPr txBox="1"/>
            <p:nvPr/>
          </p:nvSpPr>
          <p:spPr>
            <a:xfrm>
              <a:off x="6919231" y="4838536"/>
              <a:ext cx="10822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Activation</a:t>
              </a:r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2BBA2D4A-255B-4C7B-858F-19788AD90F68}"/>
                </a:ext>
              </a:extLst>
            </p:cNvPr>
            <p:cNvSpPr txBox="1"/>
            <p:nvPr/>
          </p:nvSpPr>
          <p:spPr>
            <a:xfrm>
              <a:off x="8791650" y="5293909"/>
              <a:ext cx="9435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err="1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Softmax</a:t>
              </a:r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E4B18C97-9B7F-41C1-B961-4C5C79943088}"/>
                </a:ext>
              </a:extLst>
            </p:cNvPr>
            <p:cNvSpPr txBox="1"/>
            <p:nvPr/>
          </p:nvSpPr>
          <p:spPr>
            <a:xfrm rot="5400000">
              <a:off x="7198133" y="3559329"/>
              <a:ext cx="6873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ko-KR" altLang="en-US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14" name="직선 화살표 연결선 213">
              <a:extLst>
                <a:ext uri="{FF2B5EF4-FFF2-40B4-BE49-F238E27FC236}">
                  <a16:creationId xmlns:a16="http://schemas.microsoft.com/office/drawing/2014/main" id="{29F06482-EED6-45AD-AC35-5370B8E3F0E3}"/>
                </a:ext>
              </a:extLst>
            </p:cNvPr>
            <p:cNvCxnSpPr>
              <a:cxnSpLocks/>
              <a:stCxn id="182" idx="6"/>
            </p:cNvCxnSpPr>
            <p:nvPr/>
          </p:nvCxnSpPr>
          <p:spPr>
            <a:xfrm flipV="1">
              <a:off x="9264454" y="2028635"/>
              <a:ext cx="597449" cy="5250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화살표 연결선 214">
              <a:extLst>
                <a:ext uri="{FF2B5EF4-FFF2-40B4-BE49-F238E27FC236}">
                  <a16:creationId xmlns:a16="http://schemas.microsoft.com/office/drawing/2014/main" id="{7154CEC5-F7D5-47BE-B05C-5FC027B4B5F7}"/>
                </a:ext>
              </a:extLst>
            </p:cNvPr>
            <p:cNvCxnSpPr>
              <a:cxnSpLocks/>
              <a:stCxn id="183" idx="6"/>
            </p:cNvCxnSpPr>
            <p:nvPr/>
          </p:nvCxnSpPr>
          <p:spPr>
            <a:xfrm>
              <a:off x="9261854" y="2559093"/>
              <a:ext cx="611836" cy="0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직선 화살표 연결선 215">
              <a:extLst>
                <a:ext uri="{FF2B5EF4-FFF2-40B4-BE49-F238E27FC236}">
                  <a16:creationId xmlns:a16="http://schemas.microsoft.com/office/drawing/2014/main" id="{EDCC6A95-6CBB-4407-8056-D0407C92AA43}"/>
                </a:ext>
              </a:extLst>
            </p:cNvPr>
            <p:cNvCxnSpPr>
              <a:cxnSpLocks/>
              <a:stCxn id="184" idx="6"/>
            </p:cNvCxnSpPr>
            <p:nvPr/>
          </p:nvCxnSpPr>
          <p:spPr>
            <a:xfrm>
              <a:off x="9264296" y="3103872"/>
              <a:ext cx="611836" cy="0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직선 화살표 연결선 216">
              <a:extLst>
                <a:ext uri="{FF2B5EF4-FFF2-40B4-BE49-F238E27FC236}">
                  <a16:creationId xmlns:a16="http://schemas.microsoft.com/office/drawing/2014/main" id="{F23BCB6A-8A41-4C08-A376-024FB39C0665}"/>
                </a:ext>
              </a:extLst>
            </p:cNvPr>
            <p:cNvCxnSpPr>
              <a:cxnSpLocks/>
              <a:stCxn id="185" idx="6"/>
            </p:cNvCxnSpPr>
            <p:nvPr/>
          </p:nvCxnSpPr>
          <p:spPr>
            <a:xfrm>
              <a:off x="9264296" y="3649171"/>
              <a:ext cx="611836" cy="0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직선 화살표 연결선 217">
              <a:extLst>
                <a:ext uri="{FF2B5EF4-FFF2-40B4-BE49-F238E27FC236}">
                  <a16:creationId xmlns:a16="http://schemas.microsoft.com/office/drawing/2014/main" id="{535ABC7B-14BD-495A-A457-787FDBE4928D}"/>
                </a:ext>
              </a:extLst>
            </p:cNvPr>
            <p:cNvCxnSpPr>
              <a:cxnSpLocks/>
              <a:stCxn id="186" idx="6"/>
            </p:cNvCxnSpPr>
            <p:nvPr/>
          </p:nvCxnSpPr>
          <p:spPr>
            <a:xfrm>
              <a:off x="9264296" y="4194470"/>
              <a:ext cx="611836" cy="0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화살표 연결선 218">
              <a:extLst>
                <a:ext uri="{FF2B5EF4-FFF2-40B4-BE49-F238E27FC236}">
                  <a16:creationId xmlns:a16="http://schemas.microsoft.com/office/drawing/2014/main" id="{90294AC8-5293-4837-961B-270A35566EF4}"/>
                </a:ext>
              </a:extLst>
            </p:cNvPr>
            <p:cNvCxnSpPr>
              <a:cxnSpLocks/>
              <a:stCxn id="187" idx="6"/>
            </p:cNvCxnSpPr>
            <p:nvPr/>
          </p:nvCxnSpPr>
          <p:spPr>
            <a:xfrm>
              <a:off x="9261854" y="4739769"/>
              <a:ext cx="611836" cy="0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2857C7D0-0DD2-45E8-AD36-5AF7E37AF0E5}"/>
                </a:ext>
              </a:extLst>
            </p:cNvPr>
            <p:cNvSpPr txBox="1"/>
            <p:nvPr/>
          </p:nvSpPr>
          <p:spPr>
            <a:xfrm>
              <a:off x="9968156" y="1842617"/>
              <a:ext cx="9562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Disjoint</a:t>
              </a:r>
              <a:endPara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D6A0862B-04E9-4A08-805E-D9E11C4B3083}"/>
                </a:ext>
              </a:extLst>
            </p:cNvPr>
            <p:cNvSpPr txBox="1"/>
            <p:nvPr/>
          </p:nvSpPr>
          <p:spPr>
            <a:xfrm>
              <a:off x="9968156" y="2379186"/>
              <a:ext cx="9562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Meet</a:t>
              </a:r>
              <a:endPara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D63B740E-5B94-4307-82C3-97734EFF766C}"/>
                </a:ext>
              </a:extLst>
            </p:cNvPr>
            <p:cNvSpPr txBox="1"/>
            <p:nvPr/>
          </p:nvSpPr>
          <p:spPr>
            <a:xfrm>
              <a:off x="9968156" y="2915755"/>
              <a:ext cx="10894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Contains</a:t>
              </a:r>
              <a:endPara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B3157F48-996E-4FEA-85EA-D0FF835EA407}"/>
                </a:ext>
              </a:extLst>
            </p:cNvPr>
            <p:cNvSpPr txBox="1"/>
            <p:nvPr/>
          </p:nvSpPr>
          <p:spPr>
            <a:xfrm>
              <a:off x="9968156" y="3452324"/>
              <a:ext cx="9562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Within</a:t>
              </a:r>
              <a:endPara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BB2FC65B-93C2-4D3B-9D36-D16434A55BFE}"/>
                </a:ext>
              </a:extLst>
            </p:cNvPr>
            <p:cNvSpPr txBox="1"/>
            <p:nvPr/>
          </p:nvSpPr>
          <p:spPr>
            <a:xfrm>
              <a:off x="9968156" y="3988893"/>
              <a:ext cx="9562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Equal</a:t>
              </a:r>
              <a:endPara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033D001B-251F-4851-A9B5-B08CC29C345C}"/>
                </a:ext>
              </a:extLst>
            </p:cNvPr>
            <p:cNvSpPr txBox="1"/>
            <p:nvPr/>
          </p:nvSpPr>
          <p:spPr>
            <a:xfrm>
              <a:off x="9968156" y="4525461"/>
              <a:ext cx="9562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Overlap</a:t>
              </a:r>
              <a:endPara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927165C6-9531-41E1-AF89-D1EC0B6B82EE}"/>
                </a:ext>
              </a:extLst>
            </p:cNvPr>
            <p:cNvSpPr txBox="1"/>
            <p:nvPr/>
          </p:nvSpPr>
          <p:spPr>
            <a:xfrm>
              <a:off x="3672246" y="2352189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ko-KR" sz="1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99DC5F59-93A6-44C1-BFC7-A7EC30CCDE2A}"/>
                </a:ext>
              </a:extLst>
            </p:cNvPr>
            <p:cNvSpPr txBox="1"/>
            <p:nvPr/>
          </p:nvSpPr>
          <p:spPr>
            <a:xfrm>
              <a:off x="2002909" y="2793404"/>
              <a:ext cx="3787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C1B1B95D-9760-4ADF-9DB6-9427B0C4BF9C}"/>
                </a:ext>
              </a:extLst>
            </p:cNvPr>
            <p:cNvSpPr txBox="1"/>
            <p:nvPr/>
          </p:nvSpPr>
          <p:spPr>
            <a:xfrm>
              <a:off x="2000614" y="3326774"/>
              <a:ext cx="3481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116E30E9-FC09-431C-9A8B-B68B87E278FE}"/>
                </a:ext>
              </a:extLst>
            </p:cNvPr>
            <p:cNvSpPr txBox="1"/>
            <p:nvPr/>
          </p:nvSpPr>
          <p:spPr>
            <a:xfrm>
              <a:off x="2019573" y="4217780"/>
              <a:ext cx="3620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ko-KR" sz="12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6912BF0F-09AE-4D0B-B566-016C1D3F6723}"/>
                </a:ext>
              </a:extLst>
            </p:cNvPr>
            <p:cNvSpPr txBox="1"/>
            <p:nvPr/>
          </p:nvSpPr>
          <p:spPr>
            <a:xfrm>
              <a:off x="2016219" y="2272476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98202318-CAD3-4D48-A972-356CD09B1429}"/>
                </a:ext>
              </a:extLst>
            </p:cNvPr>
            <p:cNvSpPr txBox="1"/>
            <p:nvPr/>
          </p:nvSpPr>
          <p:spPr>
            <a:xfrm>
              <a:off x="3664063" y="2982953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ko-KR" sz="1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26942C95-60A5-4B88-97FE-1B0771BA9EB6}"/>
                </a:ext>
              </a:extLst>
            </p:cNvPr>
            <p:cNvSpPr txBox="1"/>
            <p:nvPr/>
          </p:nvSpPr>
          <p:spPr>
            <a:xfrm>
              <a:off x="3626762" y="4223625"/>
              <a:ext cx="4308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ko-KR" sz="1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5318A57D-2FBB-46CB-B779-BC6E8A8D8155}"/>
                </a:ext>
              </a:extLst>
            </p:cNvPr>
            <p:cNvSpPr txBox="1"/>
            <p:nvPr/>
          </p:nvSpPr>
          <p:spPr>
            <a:xfrm>
              <a:off x="5251204" y="4221667"/>
              <a:ext cx="4124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ko-KR" sz="1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9F3D44CA-3E14-4956-ABD0-99A4C8B1647A}"/>
                </a:ext>
              </a:extLst>
            </p:cNvPr>
            <p:cNvSpPr txBox="1"/>
            <p:nvPr/>
          </p:nvSpPr>
          <p:spPr>
            <a:xfrm>
              <a:off x="5267113" y="2975154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ko-KR" sz="1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7AF79EC5-FD8F-4F32-A381-12F8228F3653}"/>
                </a:ext>
              </a:extLst>
            </p:cNvPr>
            <p:cNvSpPr txBox="1"/>
            <p:nvPr/>
          </p:nvSpPr>
          <p:spPr>
            <a:xfrm>
              <a:off x="5253704" y="2386421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ko-KR" sz="1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4935733D-22B9-4470-A0D0-F911AF5DDC58}"/>
                </a:ext>
              </a:extLst>
            </p:cNvPr>
            <p:cNvSpPr txBox="1"/>
            <p:nvPr/>
          </p:nvSpPr>
          <p:spPr>
            <a:xfrm>
              <a:off x="7195378" y="2366987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ko-KR" sz="1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62001E39-F658-4C90-BBCA-5F2EE54D0540}"/>
                </a:ext>
              </a:extLst>
            </p:cNvPr>
            <p:cNvSpPr txBox="1"/>
            <p:nvPr/>
          </p:nvSpPr>
          <p:spPr>
            <a:xfrm>
              <a:off x="7189043" y="2968441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ko-KR" sz="1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248B6A14-1707-4971-A06A-3AE171EC672C}"/>
                </a:ext>
              </a:extLst>
            </p:cNvPr>
            <p:cNvSpPr txBox="1"/>
            <p:nvPr/>
          </p:nvSpPr>
          <p:spPr>
            <a:xfrm>
              <a:off x="7176967" y="4225155"/>
              <a:ext cx="4488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ko-KR" sz="1200" baseline="30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ko-KR" sz="12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B95985F6-A6AF-4DDB-803A-ABC26905F8F2}"/>
                </a:ext>
              </a:extLst>
            </p:cNvPr>
            <p:cNvSpPr txBox="1"/>
            <p:nvPr/>
          </p:nvSpPr>
          <p:spPr>
            <a:xfrm>
              <a:off x="8961052" y="1864555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C31BEFCE-876C-4CF2-AF4C-18497F23B25F}"/>
                </a:ext>
              </a:extLst>
            </p:cNvPr>
            <p:cNvSpPr txBox="1"/>
            <p:nvPr/>
          </p:nvSpPr>
          <p:spPr>
            <a:xfrm>
              <a:off x="8968165" y="2396045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8C980E52-9DF2-4233-94F9-9FE9C01E4084}"/>
                </a:ext>
              </a:extLst>
            </p:cNvPr>
            <p:cNvSpPr txBox="1"/>
            <p:nvPr/>
          </p:nvSpPr>
          <p:spPr>
            <a:xfrm>
              <a:off x="8968165" y="2937538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9C3066B4-E19C-41A9-B4E7-9122F0843E56}"/>
                </a:ext>
              </a:extLst>
            </p:cNvPr>
            <p:cNvSpPr txBox="1"/>
            <p:nvPr/>
          </p:nvSpPr>
          <p:spPr>
            <a:xfrm>
              <a:off x="8979412" y="3481794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72F1500F-1B4B-4286-874A-9704F80B15D1}"/>
                </a:ext>
              </a:extLst>
            </p:cNvPr>
            <p:cNvSpPr txBox="1"/>
            <p:nvPr/>
          </p:nvSpPr>
          <p:spPr>
            <a:xfrm>
              <a:off x="8993752" y="4013122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590008E4-29F7-4358-9A49-9B1A61D339BD}"/>
                </a:ext>
              </a:extLst>
            </p:cNvPr>
            <p:cNvSpPr txBox="1"/>
            <p:nvPr/>
          </p:nvSpPr>
          <p:spPr>
            <a:xfrm>
              <a:off x="8979412" y="4569912"/>
              <a:ext cx="377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ko-KR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ko-KR" alt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B2AB6902-1DA8-4DE9-8035-E05FEE91F708}"/>
                </a:ext>
              </a:extLst>
            </p:cNvPr>
            <p:cNvSpPr txBox="1"/>
            <p:nvPr/>
          </p:nvSpPr>
          <p:spPr>
            <a:xfrm>
              <a:off x="3067214" y="1009027"/>
              <a:ext cx="14696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Hidden Layer 1</a:t>
              </a:r>
            </a:p>
            <a:p>
              <a:pPr algn="ctr"/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FC0EDE46-6116-4CB7-9667-4B909AE9CDEC}"/>
                </a:ext>
              </a:extLst>
            </p:cNvPr>
            <p:cNvSpPr txBox="1"/>
            <p:nvPr/>
          </p:nvSpPr>
          <p:spPr>
            <a:xfrm>
              <a:off x="6637592" y="1016603"/>
              <a:ext cx="14119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Hidden Layer L</a:t>
              </a:r>
            </a:p>
            <a:p>
              <a:pPr algn="ctr"/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62034F23-CA1C-461C-A50D-FD71BCCBFA12}"/>
                </a:ext>
              </a:extLst>
            </p:cNvPr>
            <p:cNvSpPr txBox="1"/>
            <p:nvPr/>
          </p:nvSpPr>
          <p:spPr>
            <a:xfrm>
              <a:off x="6172381" y="972698"/>
              <a:ext cx="6873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  <a:cs typeface="Times New Roman" panose="02020603050405020304" pitchFamily="18" charset="0"/>
                </a:rPr>
                <a:t>…</a:t>
              </a:r>
              <a:endPara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48" name="표 247">
            <a:extLst>
              <a:ext uri="{FF2B5EF4-FFF2-40B4-BE49-F238E27FC236}">
                <a16:creationId xmlns:a16="http://schemas.microsoft.com/office/drawing/2014/main" id="{8E2C409A-31B0-4AF1-9A16-A583AA361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50723"/>
              </p:ext>
            </p:extLst>
          </p:nvPr>
        </p:nvGraphicFramePr>
        <p:xfrm>
          <a:off x="11917881" y="3646681"/>
          <a:ext cx="4957486" cy="49169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8743">
                  <a:extLst>
                    <a:ext uri="{9D8B030D-6E8A-4147-A177-3AD203B41FA5}">
                      <a16:colId xmlns:a16="http://schemas.microsoft.com/office/drawing/2014/main" val="1048421422"/>
                    </a:ext>
                  </a:extLst>
                </a:gridCol>
                <a:gridCol w="2478743">
                  <a:extLst>
                    <a:ext uri="{9D8B030D-6E8A-4147-A177-3AD203B41FA5}">
                      <a16:colId xmlns:a16="http://schemas.microsoft.com/office/drawing/2014/main" val="3417169318"/>
                    </a:ext>
                  </a:extLst>
                </a:gridCol>
              </a:tblGrid>
              <a:tr h="2851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Item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Value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594574"/>
                  </a:ext>
                </a:extLst>
              </a:tr>
              <a:tr h="2851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Best trial number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13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63093845"/>
                  </a:ext>
                </a:extLst>
              </a:tr>
              <a:tr h="3449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Best validation macro f1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0.8789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048246"/>
                  </a:ext>
                </a:extLst>
              </a:tr>
              <a:tr h="2851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Number of trials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30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112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Parameter count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1,844,230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7159573"/>
                  </a:ext>
                </a:extLst>
              </a:tr>
              <a:tr h="2851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Number of layers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4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76608146"/>
                  </a:ext>
                </a:extLst>
              </a:tr>
              <a:tr h="2851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Pooled size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8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032248"/>
                  </a:ext>
                </a:extLst>
              </a:tr>
              <a:tr h="2851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Hidden dimension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512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35344"/>
                  </a:ext>
                </a:extLst>
              </a:tr>
              <a:tr h="2851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Dropout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0.1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8317"/>
                  </a:ext>
                </a:extLst>
              </a:tr>
              <a:tr h="2851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Activation function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GELU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487367"/>
                  </a:ext>
                </a:extLst>
              </a:tr>
              <a:tr h="2851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Batch normalization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True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876606"/>
                  </a:ext>
                </a:extLst>
              </a:tr>
              <a:tr h="2851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Optimizer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AdamW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994954"/>
                  </a:ext>
                </a:extLst>
              </a:tr>
              <a:tr h="2851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Scheduler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Cosine annealing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860171"/>
                  </a:ext>
                </a:extLst>
              </a:tr>
              <a:tr h="2851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Learning rate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0.0009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09750"/>
                  </a:ext>
                </a:extLst>
              </a:tr>
              <a:tr h="2851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Weight decay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1.10 x 10</a:t>
                      </a:r>
                      <a:r>
                        <a:rPr lang="en-US" altLang="ko-KR" sz="1400" baseline="30000"/>
                        <a:t>-7</a:t>
                      </a:r>
                      <a:endParaRPr lang="ko-KR" altLang="en-US" sz="1400" baseline="300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00519"/>
                  </a:ext>
                </a:extLst>
              </a:tr>
              <a:tr h="2851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Gradient clip norm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0.5</a:t>
                      </a:r>
                      <a:endParaRPr lang="ko-KR" altLang="en-US" sz="140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921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603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10797</TotalTime>
  <Words>1210</Words>
  <Application>Microsoft Office PowerPoint</Application>
  <PresentationFormat>사용자 지정</PresentationFormat>
  <Paragraphs>356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나눔고딕</vt:lpstr>
      <vt:lpstr>나눔고딕 ExtraBold</vt:lpstr>
      <vt:lpstr>맑은 고딕</vt:lpstr>
      <vt:lpstr>Arial</vt:lpstr>
      <vt:lpstr>Times New Roman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enoch</cp:lastModifiedBy>
  <cp:revision>180</cp:revision>
  <dcterms:created xsi:type="dcterms:W3CDTF">2018-10-17T01:18:09Z</dcterms:created>
  <dcterms:modified xsi:type="dcterms:W3CDTF">2026-08-04T01:04:39Z</dcterms:modified>
</cp:coreProperties>
</file>